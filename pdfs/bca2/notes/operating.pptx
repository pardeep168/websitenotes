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sldIdLst>
    <p:sldId id="325" r:id="rId2"/>
    <p:sldId id="342" r:id="rId3"/>
    <p:sldId id="307" r:id="rId4"/>
    <p:sldId id="341" r:id="rId5"/>
    <p:sldId id="324" r:id="rId6"/>
    <p:sldId id="343" r:id="rId7"/>
    <p:sldId id="344" r:id="rId8"/>
    <p:sldId id="345" r:id="rId9"/>
    <p:sldId id="346" r:id="rId10"/>
    <p:sldId id="347" r:id="rId11"/>
    <p:sldId id="338" r:id="rId12"/>
    <p:sldId id="350" r:id="rId13"/>
    <p:sldId id="348" r:id="rId14"/>
    <p:sldId id="312" r:id="rId15"/>
    <p:sldId id="351" r:id="rId16"/>
    <p:sldId id="353" r:id="rId17"/>
    <p:sldId id="354" r:id="rId18"/>
    <p:sldId id="355" r:id="rId19"/>
    <p:sldId id="374" r:id="rId20"/>
    <p:sldId id="386" r:id="rId21"/>
    <p:sldId id="387" r:id="rId22"/>
    <p:sldId id="352" r:id="rId23"/>
    <p:sldId id="357" r:id="rId24"/>
    <p:sldId id="363" r:id="rId25"/>
    <p:sldId id="364" r:id="rId26"/>
    <p:sldId id="359" r:id="rId27"/>
    <p:sldId id="358" r:id="rId28"/>
    <p:sldId id="360" r:id="rId29"/>
    <p:sldId id="375" r:id="rId30"/>
    <p:sldId id="361" r:id="rId31"/>
    <p:sldId id="362" r:id="rId32"/>
    <p:sldId id="376"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65" d="100"/>
          <a:sy n="65" d="100"/>
        </p:scale>
        <p:origin x="93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5C1B695-6BE6-45A1-87D6-BF0BDB10FE21}" type="datetimeFigureOut">
              <a:rPr lang="en-US" smtClean="0"/>
              <a:t>2/11/2026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B3DB4E-75D2-4B6C-82B4-0C8CDED78B0E}" type="slidenum">
              <a:rPr lang="en-US" smtClean="0"/>
              <a:t>‹#›</a:t>
            </a:fld>
            <a:endParaRPr lang="en-US"/>
          </a:p>
        </p:txBody>
      </p:sp>
    </p:spTree>
    <p:extLst>
      <p:ext uri="{BB962C8B-B14F-4D97-AF65-F5344CB8AC3E}">
        <p14:creationId xmlns:p14="http://schemas.microsoft.com/office/powerpoint/2010/main" val="13919275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1</a:t>
            </a:fld>
            <a:endParaRPr lang="en-US" dirty="0"/>
          </a:p>
        </p:txBody>
      </p:sp>
    </p:spTree>
    <p:extLst>
      <p:ext uri="{BB962C8B-B14F-4D97-AF65-F5344CB8AC3E}">
        <p14:creationId xmlns:p14="http://schemas.microsoft.com/office/powerpoint/2010/main" val="6428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A17A3A-199F-1F07-4A8C-1B5E2C0BF0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5853BD-4B2A-600A-858B-6B8809FF38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9BF581-A985-523C-A839-E78AD1EDF0B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293873B-8890-2EBB-75B9-8218CABB6050}"/>
              </a:ext>
            </a:extLst>
          </p:cNvPr>
          <p:cNvSpPr>
            <a:spLocks noGrp="1"/>
          </p:cNvSpPr>
          <p:nvPr>
            <p:ph type="sldNum" sz="quarter" idx="5"/>
          </p:nvPr>
        </p:nvSpPr>
        <p:spPr/>
        <p:txBody>
          <a:bodyPr/>
          <a:lstStyle/>
          <a:p>
            <a:fld id="{0DC92804-03A6-47F6-A893-4DDB8903A808}" type="slidenum">
              <a:rPr lang="en-US" smtClean="0"/>
              <a:t>2</a:t>
            </a:fld>
            <a:endParaRPr lang="en-US" dirty="0"/>
          </a:p>
        </p:txBody>
      </p:sp>
    </p:spTree>
    <p:extLst>
      <p:ext uri="{BB962C8B-B14F-4D97-AF65-F5344CB8AC3E}">
        <p14:creationId xmlns:p14="http://schemas.microsoft.com/office/powerpoint/2010/main" val="32547644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3</a:t>
            </a:fld>
            <a:endParaRPr lang="en-US" dirty="0"/>
          </a:p>
        </p:txBody>
      </p:sp>
    </p:spTree>
    <p:extLst>
      <p:ext uri="{BB962C8B-B14F-4D97-AF65-F5344CB8AC3E}">
        <p14:creationId xmlns:p14="http://schemas.microsoft.com/office/powerpoint/2010/main" val="14411823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40D4A4-1E73-E891-992A-05E912B9C1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FE90F6-FB47-CE85-2826-BC511A4299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E9BBF6-9127-ACF9-0657-DEE0C11B705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078422D-B107-DF5E-FC4F-151B0335F454}"/>
              </a:ext>
            </a:extLst>
          </p:cNvPr>
          <p:cNvSpPr>
            <a:spLocks noGrp="1"/>
          </p:cNvSpPr>
          <p:nvPr>
            <p:ph type="sldNum" sz="quarter" idx="5"/>
          </p:nvPr>
        </p:nvSpPr>
        <p:spPr/>
        <p:txBody>
          <a:bodyPr/>
          <a:lstStyle/>
          <a:p>
            <a:fld id="{0DC92804-03A6-47F6-A893-4DDB8903A808}" type="slidenum">
              <a:rPr lang="en-US" smtClean="0"/>
              <a:t>4</a:t>
            </a:fld>
            <a:endParaRPr lang="en-US" dirty="0"/>
          </a:p>
        </p:txBody>
      </p:sp>
    </p:spTree>
    <p:extLst>
      <p:ext uri="{BB962C8B-B14F-4D97-AF65-F5344CB8AC3E}">
        <p14:creationId xmlns:p14="http://schemas.microsoft.com/office/powerpoint/2010/main" val="37705796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5</a:t>
            </a:fld>
            <a:endParaRPr lang="en-US" dirty="0"/>
          </a:p>
        </p:txBody>
      </p:sp>
    </p:spTree>
    <p:extLst>
      <p:ext uri="{BB962C8B-B14F-4D97-AF65-F5344CB8AC3E}">
        <p14:creationId xmlns:p14="http://schemas.microsoft.com/office/powerpoint/2010/main" val="15202195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26CB3D-DCA3-A582-DFCD-3F2B1A5ADA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9AAF96-E32E-1419-D22D-A802208E25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92D5D8-1180-542D-6902-EC7520F16D3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C30EC4A-1081-12EB-2836-A9AD84FE8F37}"/>
              </a:ext>
            </a:extLst>
          </p:cNvPr>
          <p:cNvSpPr>
            <a:spLocks noGrp="1"/>
          </p:cNvSpPr>
          <p:nvPr>
            <p:ph type="sldNum" sz="quarter" idx="5"/>
          </p:nvPr>
        </p:nvSpPr>
        <p:spPr/>
        <p:txBody>
          <a:bodyPr/>
          <a:lstStyle/>
          <a:p>
            <a:fld id="{0DC92804-03A6-47F6-A893-4DDB8903A808}" type="slidenum">
              <a:rPr lang="en-US" smtClean="0"/>
              <a:t>6</a:t>
            </a:fld>
            <a:endParaRPr lang="en-US" dirty="0"/>
          </a:p>
        </p:txBody>
      </p:sp>
    </p:spTree>
    <p:extLst>
      <p:ext uri="{BB962C8B-B14F-4D97-AF65-F5344CB8AC3E}">
        <p14:creationId xmlns:p14="http://schemas.microsoft.com/office/powerpoint/2010/main" val="25404676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62B2FF-3CC5-9B9B-CB9D-962C1A5BCF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AF2E5F-8549-CCF9-1969-460ED7AF2D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16D34E-4B9D-C0BD-ADCD-BE33C599B4C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D0F7709-3F34-749A-B1AF-022F95CCA230}"/>
              </a:ext>
            </a:extLst>
          </p:cNvPr>
          <p:cNvSpPr>
            <a:spLocks noGrp="1"/>
          </p:cNvSpPr>
          <p:nvPr>
            <p:ph type="sldNum" sz="quarter" idx="5"/>
          </p:nvPr>
        </p:nvSpPr>
        <p:spPr/>
        <p:txBody>
          <a:bodyPr/>
          <a:lstStyle/>
          <a:p>
            <a:fld id="{0DC92804-03A6-47F6-A893-4DDB8903A808}" type="slidenum">
              <a:rPr lang="en-US" smtClean="0"/>
              <a:t>7</a:t>
            </a:fld>
            <a:endParaRPr lang="en-US" dirty="0"/>
          </a:p>
        </p:txBody>
      </p:sp>
    </p:spTree>
    <p:extLst>
      <p:ext uri="{BB962C8B-B14F-4D97-AF65-F5344CB8AC3E}">
        <p14:creationId xmlns:p14="http://schemas.microsoft.com/office/powerpoint/2010/main" val="24210418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984862-B28C-334F-4FE6-77722D6558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373013-11FF-DC4D-4E55-F7DC87B610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24CEC4-86E5-8237-29F2-189F7EFEF37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A90DB09-AA92-66A9-A6E7-646BFAB427A0}"/>
              </a:ext>
            </a:extLst>
          </p:cNvPr>
          <p:cNvSpPr>
            <a:spLocks noGrp="1"/>
          </p:cNvSpPr>
          <p:nvPr>
            <p:ph type="sldNum" sz="quarter" idx="5"/>
          </p:nvPr>
        </p:nvSpPr>
        <p:spPr/>
        <p:txBody>
          <a:bodyPr/>
          <a:lstStyle/>
          <a:p>
            <a:fld id="{0DC92804-03A6-47F6-A893-4DDB8903A808}" type="slidenum">
              <a:rPr lang="en-US" smtClean="0"/>
              <a:t>8</a:t>
            </a:fld>
            <a:endParaRPr lang="en-US" dirty="0"/>
          </a:p>
        </p:txBody>
      </p:sp>
    </p:spTree>
    <p:extLst>
      <p:ext uri="{BB962C8B-B14F-4D97-AF65-F5344CB8AC3E}">
        <p14:creationId xmlns:p14="http://schemas.microsoft.com/office/powerpoint/2010/main" val="17775315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C9D5BD-9C88-3EA0-3D46-95D94E378A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81ADB9-0F60-06CD-96C8-226C38D4F2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564D03-9E4B-D6F0-CB21-964C1574B54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2481309-C31E-40A0-0440-7D11F7B911F4}"/>
              </a:ext>
            </a:extLst>
          </p:cNvPr>
          <p:cNvSpPr>
            <a:spLocks noGrp="1"/>
          </p:cNvSpPr>
          <p:nvPr>
            <p:ph type="sldNum" sz="quarter" idx="5"/>
          </p:nvPr>
        </p:nvSpPr>
        <p:spPr/>
        <p:txBody>
          <a:bodyPr/>
          <a:lstStyle/>
          <a:p>
            <a:fld id="{0DC92804-03A6-47F6-A893-4DDB8903A808}" type="slidenum">
              <a:rPr lang="en-US" smtClean="0"/>
              <a:t>9</a:t>
            </a:fld>
            <a:endParaRPr lang="en-US" dirty="0"/>
          </a:p>
        </p:txBody>
      </p:sp>
    </p:spTree>
    <p:extLst>
      <p:ext uri="{BB962C8B-B14F-4D97-AF65-F5344CB8AC3E}">
        <p14:creationId xmlns:p14="http://schemas.microsoft.com/office/powerpoint/2010/main" val="20981998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19A1E8-B1F5-6FE6-5F15-97C1010D7D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FF71D5-824D-E2D1-C5C5-D84A0B5792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FE6A40-48F2-4CAB-331A-CE2C4EDF08E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0CD7BA-0A7D-6455-B833-4AC1758407FA}"/>
              </a:ext>
            </a:extLst>
          </p:cNvPr>
          <p:cNvSpPr>
            <a:spLocks noGrp="1"/>
          </p:cNvSpPr>
          <p:nvPr>
            <p:ph type="sldNum" sz="quarter" idx="5"/>
          </p:nvPr>
        </p:nvSpPr>
        <p:spPr/>
        <p:txBody>
          <a:bodyPr/>
          <a:lstStyle/>
          <a:p>
            <a:fld id="{0DC92804-03A6-47F6-A893-4DDB8903A808}" type="slidenum">
              <a:rPr lang="en-US" smtClean="0"/>
              <a:t>10</a:t>
            </a:fld>
            <a:endParaRPr lang="en-US" dirty="0"/>
          </a:p>
        </p:txBody>
      </p:sp>
    </p:spTree>
    <p:extLst>
      <p:ext uri="{BB962C8B-B14F-4D97-AF65-F5344CB8AC3E}">
        <p14:creationId xmlns:p14="http://schemas.microsoft.com/office/powerpoint/2010/main" val="38359676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11</a:t>
            </a:fld>
            <a:endParaRPr lang="en-US" dirty="0"/>
          </a:p>
        </p:txBody>
      </p:sp>
    </p:spTree>
    <p:extLst>
      <p:ext uri="{BB962C8B-B14F-4D97-AF65-F5344CB8AC3E}">
        <p14:creationId xmlns:p14="http://schemas.microsoft.com/office/powerpoint/2010/main" val="34958397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2AB9E8-01FD-A07C-A496-5B5028708F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492208-5D6A-D486-5635-F7628726DF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A232BF-1FDC-4640-4D39-89E1AF9380D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0F74BBC-5EDE-2029-E658-640A32B10D58}"/>
              </a:ext>
            </a:extLst>
          </p:cNvPr>
          <p:cNvSpPr>
            <a:spLocks noGrp="1"/>
          </p:cNvSpPr>
          <p:nvPr>
            <p:ph type="sldNum" sz="quarter" idx="5"/>
          </p:nvPr>
        </p:nvSpPr>
        <p:spPr/>
        <p:txBody>
          <a:bodyPr/>
          <a:lstStyle/>
          <a:p>
            <a:fld id="{0DC92804-03A6-47F6-A893-4DDB8903A808}" type="slidenum">
              <a:rPr lang="en-US" smtClean="0"/>
              <a:t>12</a:t>
            </a:fld>
            <a:endParaRPr lang="en-US" dirty="0"/>
          </a:p>
        </p:txBody>
      </p:sp>
    </p:spTree>
    <p:extLst>
      <p:ext uri="{BB962C8B-B14F-4D97-AF65-F5344CB8AC3E}">
        <p14:creationId xmlns:p14="http://schemas.microsoft.com/office/powerpoint/2010/main" val="22797185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B17410-05D7-03F4-A161-94065621E5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E20AA1-B84E-81FF-6B80-B93FA9ACEF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16DD38-569A-FF24-4976-DEAADDD7CAF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C076BD8-178C-3AA4-313F-FC17480D4034}"/>
              </a:ext>
            </a:extLst>
          </p:cNvPr>
          <p:cNvSpPr>
            <a:spLocks noGrp="1"/>
          </p:cNvSpPr>
          <p:nvPr>
            <p:ph type="sldNum" sz="quarter" idx="5"/>
          </p:nvPr>
        </p:nvSpPr>
        <p:spPr/>
        <p:txBody>
          <a:bodyPr/>
          <a:lstStyle/>
          <a:p>
            <a:fld id="{0DC92804-03A6-47F6-A893-4DDB8903A808}" type="slidenum">
              <a:rPr lang="en-US" smtClean="0"/>
              <a:t>13</a:t>
            </a:fld>
            <a:endParaRPr lang="en-US" dirty="0"/>
          </a:p>
        </p:txBody>
      </p:sp>
    </p:spTree>
    <p:extLst>
      <p:ext uri="{BB962C8B-B14F-4D97-AF65-F5344CB8AC3E}">
        <p14:creationId xmlns:p14="http://schemas.microsoft.com/office/powerpoint/2010/main" val="11720906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14</a:t>
            </a:fld>
            <a:endParaRPr lang="en-US" dirty="0"/>
          </a:p>
        </p:txBody>
      </p:sp>
    </p:spTree>
    <p:extLst>
      <p:ext uri="{BB962C8B-B14F-4D97-AF65-F5344CB8AC3E}">
        <p14:creationId xmlns:p14="http://schemas.microsoft.com/office/powerpoint/2010/main" val="18389773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A9571B-0B04-856C-DED0-A1FEFAC781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C95EEA-6ACB-ED66-55A2-2ECA9A16BE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D01FB4-6606-251A-2803-FB090316E1B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91D72CD-A76F-FE5C-4238-CA521099A2F4}"/>
              </a:ext>
            </a:extLst>
          </p:cNvPr>
          <p:cNvSpPr>
            <a:spLocks noGrp="1"/>
          </p:cNvSpPr>
          <p:nvPr>
            <p:ph type="sldNum" sz="quarter" idx="5"/>
          </p:nvPr>
        </p:nvSpPr>
        <p:spPr/>
        <p:txBody>
          <a:bodyPr/>
          <a:lstStyle/>
          <a:p>
            <a:fld id="{0DC92804-03A6-47F6-A893-4DDB8903A808}" type="slidenum">
              <a:rPr lang="en-US" smtClean="0"/>
              <a:t>15</a:t>
            </a:fld>
            <a:endParaRPr lang="en-US" dirty="0"/>
          </a:p>
        </p:txBody>
      </p:sp>
    </p:spTree>
    <p:extLst>
      <p:ext uri="{BB962C8B-B14F-4D97-AF65-F5344CB8AC3E}">
        <p14:creationId xmlns:p14="http://schemas.microsoft.com/office/powerpoint/2010/main" val="19252398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EE8F55-E201-E826-996B-0525B4090D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0FC671-82A6-3311-2FA3-CBE7F1865E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38A73C-DC37-F317-C904-43E3EF1160B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A41347D-E809-DF88-60F2-727929474EAD}"/>
              </a:ext>
            </a:extLst>
          </p:cNvPr>
          <p:cNvSpPr>
            <a:spLocks noGrp="1"/>
          </p:cNvSpPr>
          <p:nvPr>
            <p:ph type="sldNum" sz="quarter" idx="5"/>
          </p:nvPr>
        </p:nvSpPr>
        <p:spPr/>
        <p:txBody>
          <a:bodyPr/>
          <a:lstStyle/>
          <a:p>
            <a:fld id="{0DC92804-03A6-47F6-A893-4DDB8903A808}" type="slidenum">
              <a:rPr lang="en-US" smtClean="0"/>
              <a:t>16</a:t>
            </a:fld>
            <a:endParaRPr lang="en-US" dirty="0"/>
          </a:p>
        </p:txBody>
      </p:sp>
    </p:spTree>
    <p:extLst>
      <p:ext uri="{BB962C8B-B14F-4D97-AF65-F5344CB8AC3E}">
        <p14:creationId xmlns:p14="http://schemas.microsoft.com/office/powerpoint/2010/main" val="21410685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07489E-B701-ED75-94EF-2AE6194A06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1A7CF2-C744-3F8B-A773-325DB09AE9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4B0EA3-3E00-B1CB-AEEA-167E461084D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ADA81F6-D5FB-0F43-6B36-6436DE420DFD}"/>
              </a:ext>
            </a:extLst>
          </p:cNvPr>
          <p:cNvSpPr>
            <a:spLocks noGrp="1"/>
          </p:cNvSpPr>
          <p:nvPr>
            <p:ph type="sldNum" sz="quarter" idx="5"/>
          </p:nvPr>
        </p:nvSpPr>
        <p:spPr/>
        <p:txBody>
          <a:bodyPr/>
          <a:lstStyle/>
          <a:p>
            <a:fld id="{0DC92804-03A6-47F6-A893-4DDB8903A808}" type="slidenum">
              <a:rPr lang="en-US" smtClean="0"/>
              <a:t>17</a:t>
            </a:fld>
            <a:endParaRPr lang="en-US" dirty="0"/>
          </a:p>
        </p:txBody>
      </p:sp>
    </p:spTree>
    <p:extLst>
      <p:ext uri="{BB962C8B-B14F-4D97-AF65-F5344CB8AC3E}">
        <p14:creationId xmlns:p14="http://schemas.microsoft.com/office/powerpoint/2010/main" val="259170793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236F9A-E58C-70D2-F5B6-A64BF47FB0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BC10DC-DF4B-E70A-341A-E6882B4E69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53503F-B7F0-ECF4-2390-B492DD3C7CF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A80C00C-68D1-541F-361B-60929C00FA76}"/>
              </a:ext>
            </a:extLst>
          </p:cNvPr>
          <p:cNvSpPr>
            <a:spLocks noGrp="1"/>
          </p:cNvSpPr>
          <p:nvPr>
            <p:ph type="sldNum" sz="quarter" idx="5"/>
          </p:nvPr>
        </p:nvSpPr>
        <p:spPr/>
        <p:txBody>
          <a:bodyPr/>
          <a:lstStyle/>
          <a:p>
            <a:fld id="{0DC92804-03A6-47F6-A893-4DDB8903A808}" type="slidenum">
              <a:rPr lang="en-US" smtClean="0"/>
              <a:t>18</a:t>
            </a:fld>
            <a:endParaRPr lang="en-US" dirty="0"/>
          </a:p>
        </p:txBody>
      </p:sp>
    </p:spTree>
    <p:extLst>
      <p:ext uri="{BB962C8B-B14F-4D97-AF65-F5344CB8AC3E}">
        <p14:creationId xmlns:p14="http://schemas.microsoft.com/office/powerpoint/2010/main" val="32400402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9F6A3-13C7-066D-FB67-85BAD3ABE6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3D584F-8CF2-ACA5-77EB-A228530468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20702B-1B59-7AA0-C68A-D6BC74608AB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FAEB324-5F7D-4BD7-9062-DD0801956224}"/>
              </a:ext>
            </a:extLst>
          </p:cNvPr>
          <p:cNvSpPr>
            <a:spLocks noGrp="1"/>
          </p:cNvSpPr>
          <p:nvPr>
            <p:ph type="sldNum" sz="quarter" idx="5"/>
          </p:nvPr>
        </p:nvSpPr>
        <p:spPr/>
        <p:txBody>
          <a:bodyPr/>
          <a:lstStyle/>
          <a:p>
            <a:fld id="{0DC92804-03A6-47F6-A893-4DDB8903A808}" type="slidenum">
              <a:rPr lang="en-US" smtClean="0"/>
              <a:t>19</a:t>
            </a:fld>
            <a:endParaRPr lang="en-US" dirty="0"/>
          </a:p>
        </p:txBody>
      </p:sp>
    </p:spTree>
    <p:extLst>
      <p:ext uri="{BB962C8B-B14F-4D97-AF65-F5344CB8AC3E}">
        <p14:creationId xmlns:p14="http://schemas.microsoft.com/office/powerpoint/2010/main" val="272516383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77244F-2CD1-C2D1-024C-BF04A306A4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DE4D44-C33A-8FD1-BA80-7181DB2AA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9D3CEF-EB15-59EB-D6DD-6D4C349AEB3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750BB1F-FD1F-C2F1-A093-910450F2CC12}"/>
              </a:ext>
            </a:extLst>
          </p:cNvPr>
          <p:cNvSpPr>
            <a:spLocks noGrp="1"/>
          </p:cNvSpPr>
          <p:nvPr>
            <p:ph type="sldNum" sz="quarter" idx="5"/>
          </p:nvPr>
        </p:nvSpPr>
        <p:spPr/>
        <p:txBody>
          <a:bodyPr/>
          <a:lstStyle/>
          <a:p>
            <a:fld id="{0DC92804-03A6-47F6-A893-4DDB8903A808}" type="slidenum">
              <a:rPr lang="en-US" smtClean="0"/>
              <a:t>20</a:t>
            </a:fld>
            <a:endParaRPr lang="en-US" dirty="0"/>
          </a:p>
        </p:txBody>
      </p:sp>
    </p:spTree>
    <p:extLst>
      <p:ext uri="{BB962C8B-B14F-4D97-AF65-F5344CB8AC3E}">
        <p14:creationId xmlns:p14="http://schemas.microsoft.com/office/powerpoint/2010/main" val="360169619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DFA827-1569-1E01-B61C-2F1244EA12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9E8A2B-F8AF-6387-7FBF-372E60AEDE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BEF917-91CD-8C73-EB61-53C58D37F12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9125230-7FAB-F441-F5CF-E7BF3BB1FAF8}"/>
              </a:ext>
            </a:extLst>
          </p:cNvPr>
          <p:cNvSpPr>
            <a:spLocks noGrp="1"/>
          </p:cNvSpPr>
          <p:nvPr>
            <p:ph type="sldNum" sz="quarter" idx="5"/>
          </p:nvPr>
        </p:nvSpPr>
        <p:spPr/>
        <p:txBody>
          <a:bodyPr/>
          <a:lstStyle/>
          <a:p>
            <a:fld id="{0DC92804-03A6-47F6-A893-4DDB8903A808}" type="slidenum">
              <a:rPr lang="en-US" smtClean="0"/>
              <a:t>21</a:t>
            </a:fld>
            <a:endParaRPr lang="en-US" dirty="0"/>
          </a:p>
        </p:txBody>
      </p:sp>
    </p:spTree>
    <p:extLst>
      <p:ext uri="{BB962C8B-B14F-4D97-AF65-F5344CB8AC3E}">
        <p14:creationId xmlns:p14="http://schemas.microsoft.com/office/powerpoint/2010/main" val="182165382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583FE4-023F-F9E7-CF1D-617DF7CD13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07565C-3FB7-BC6A-B84E-3C76D06958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0D458A-A9B4-0ACE-CE2D-AA2AA10818B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C67ED41-62BF-943F-1C5C-4A7668136386}"/>
              </a:ext>
            </a:extLst>
          </p:cNvPr>
          <p:cNvSpPr>
            <a:spLocks noGrp="1"/>
          </p:cNvSpPr>
          <p:nvPr>
            <p:ph type="sldNum" sz="quarter" idx="5"/>
          </p:nvPr>
        </p:nvSpPr>
        <p:spPr/>
        <p:txBody>
          <a:bodyPr/>
          <a:lstStyle/>
          <a:p>
            <a:fld id="{0DC92804-03A6-47F6-A893-4DDB8903A808}" type="slidenum">
              <a:rPr lang="en-US" smtClean="0"/>
              <a:t>22</a:t>
            </a:fld>
            <a:endParaRPr lang="en-US" dirty="0"/>
          </a:p>
        </p:txBody>
      </p:sp>
    </p:spTree>
    <p:extLst>
      <p:ext uri="{BB962C8B-B14F-4D97-AF65-F5344CB8AC3E}">
        <p14:creationId xmlns:p14="http://schemas.microsoft.com/office/powerpoint/2010/main" val="299025051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49C3F1-FE06-0B6A-80CE-504CA1C817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65796A-F030-B67A-A899-198AA6420C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BE928A-DC1D-EB9D-A722-E59E79CBCC7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ED7B0E8-2B43-E7CD-9C55-A8F9F6D937A1}"/>
              </a:ext>
            </a:extLst>
          </p:cNvPr>
          <p:cNvSpPr>
            <a:spLocks noGrp="1"/>
          </p:cNvSpPr>
          <p:nvPr>
            <p:ph type="sldNum" sz="quarter" idx="5"/>
          </p:nvPr>
        </p:nvSpPr>
        <p:spPr/>
        <p:txBody>
          <a:bodyPr/>
          <a:lstStyle/>
          <a:p>
            <a:fld id="{0DC92804-03A6-47F6-A893-4DDB8903A808}" type="slidenum">
              <a:rPr lang="en-US" smtClean="0"/>
              <a:t>23</a:t>
            </a:fld>
            <a:endParaRPr lang="en-US" dirty="0"/>
          </a:p>
        </p:txBody>
      </p:sp>
    </p:spTree>
    <p:extLst>
      <p:ext uri="{BB962C8B-B14F-4D97-AF65-F5344CB8AC3E}">
        <p14:creationId xmlns:p14="http://schemas.microsoft.com/office/powerpoint/2010/main" val="120244447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9C9C2B-7D1F-7832-25FE-819C36D918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22B837-BBEA-5BF3-C623-4EA1ACA61F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8C1B66-E902-CB1E-FA91-1F44B699989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013E559-5968-401B-EAD9-074934AFF68A}"/>
              </a:ext>
            </a:extLst>
          </p:cNvPr>
          <p:cNvSpPr>
            <a:spLocks noGrp="1"/>
          </p:cNvSpPr>
          <p:nvPr>
            <p:ph type="sldNum" sz="quarter" idx="5"/>
          </p:nvPr>
        </p:nvSpPr>
        <p:spPr/>
        <p:txBody>
          <a:bodyPr/>
          <a:lstStyle/>
          <a:p>
            <a:fld id="{0DC92804-03A6-47F6-A893-4DDB8903A808}" type="slidenum">
              <a:rPr lang="en-US" smtClean="0"/>
              <a:t>24</a:t>
            </a:fld>
            <a:endParaRPr lang="en-US" dirty="0"/>
          </a:p>
        </p:txBody>
      </p:sp>
    </p:spTree>
    <p:extLst>
      <p:ext uri="{BB962C8B-B14F-4D97-AF65-F5344CB8AC3E}">
        <p14:creationId xmlns:p14="http://schemas.microsoft.com/office/powerpoint/2010/main" val="64676800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9F6A3-13C7-066D-FB67-85BAD3ABE6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3D584F-8CF2-ACA5-77EB-A228530468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20702B-1B59-7AA0-C68A-D6BC74608AB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FAEB324-5F7D-4BD7-9062-DD0801956224}"/>
              </a:ext>
            </a:extLst>
          </p:cNvPr>
          <p:cNvSpPr>
            <a:spLocks noGrp="1"/>
          </p:cNvSpPr>
          <p:nvPr>
            <p:ph type="sldNum" sz="quarter" idx="5"/>
          </p:nvPr>
        </p:nvSpPr>
        <p:spPr/>
        <p:txBody>
          <a:bodyPr/>
          <a:lstStyle/>
          <a:p>
            <a:fld id="{0DC92804-03A6-47F6-A893-4DDB8903A808}" type="slidenum">
              <a:rPr lang="en-US" smtClean="0"/>
              <a:t>25</a:t>
            </a:fld>
            <a:endParaRPr lang="en-US" dirty="0"/>
          </a:p>
        </p:txBody>
      </p:sp>
    </p:spTree>
    <p:extLst>
      <p:ext uri="{BB962C8B-B14F-4D97-AF65-F5344CB8AC3E}">
        <p14:creationId xmlns:p14="http://schemas.microsoft.com/office/powerpoint/2010/main" val="343326520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5314DA-0727-CE06-104F-A126B20043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EA7451-C77B-B171-8E1B-CA3D0FEF6D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494145-BF61-6EEA-F082-1D5BCF53AB3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F8263A4-0BE2-6632-19A9-D9ED0074C17C}"/>
              </a:ext>
            </a:extLst>
          </p:cNvPr>
          <p:cNvSpPr>
            <a:spLocks noGrp="1"/>
          </p:cNvSpPr>
          <p:nvPr>
            <p:ph type="sldNum" sz="quarter" idx="5"/>
          </p:nvPr>
        </p:nvSpPr>
        <p:spPr/>
        <p:txBody>
          <a:bodyPr/>
          <a:lstStyle/>
          <a:p>
            <a:fld id="{0DC92804-03A6-47F6-A893-4DDB8903A808}" type="slidenum">
              <a:rPr lang="en-US" smtClean="0"/>
              <a:t>26</a:t>
            </a:fld>
            <a:endParaRPr lang="en-US" dirty="0"/>
          </a:p>
        </p:txBody>
      </p:sp>
    </p:spTree>
    <p:extLst>
      <p:ext uri="{BB962C8B-B14F-4D97-AF65-F5344CB8AC3E}">
        <p14:creationId xmlns:p14="http://schemas.microsoft.com/office/powerpoint/2010/main" val="310108362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61E22C-CBB8-F21E-2830-80FF0EB633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6D1D6E-FF62-7986-E405-224BF626C8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54E757-A915-055F-AAA6-E49273283A6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4047437-296B-1FB6-41A4-159DCB15470A}"/>
              </a:ext>
            </a:extLst>
          </p:cNvPr>
          <p:cNvSpPr>
            <a:spLocks noGrp="1"/>
          </p:cNvSpPr>
          <p:nvPr>
            <p:ph type="sldNum" sz="quarter" idx="5"/>
          </p:nvPr>
        </p:nvSpPr>
        <p:spPr/>
        <p:txBody>
          <a:bodyPr/>
          <a:lstStyle/>
          <a:p>
            <a:fld id="{0DC92804-03A6-47F6-A893-4DDB8903A808}" type="slidenum">
              <a:rPr lang="en-US" smtClean="0"/>
              <a:t>27</a:t>
            </a:fld>
            <a:endParaRPr lang="en-US" dirty="0"/>
          </a:p>
        </p:txBody>
      </p:sp>
    </p:spTree>
    <p:extLst>
      <p:ext uri="{BB962C8B-B14F-4D97-AF65-F5344CB8AC3E}">
        <p14:creationId xmlns:p14="http://schemas.microsoft.com/office/powerpoint/2010/main" val="31890871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F2DFDA-6A87-5912-516E-7B76E65207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853795-7CDB-7761-B5B8-FD1ECA668E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4E7F73-8C52-0277-EBA7-34A4AD9A78E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A0B44B5-D946-18B2-9106-C99DCE847F53}"/>
              </a:ext>
            </a:extLst>
          </p:cNvPr>
          <p:cNvSpPr>
            <a:spLocks noGrp="1"/>
          </p:cNvSpPr>
          <p:nvPr>
            <p:ph type="sldNum" sz="quarter" idx="5"/>
          </p:nvPr>
        </p:nvSpPr>
        <p:spPr/>
        <p:txBody>
          <a:bodyPr/>
          <a:lstStyle/>
          <a:p>
            <a:fld id="{0DC92804-03A6-47F6-A893-4DDB8903A808}" type="slidenum">
              <a:rPr lang="en-US" smtClean="0"/>
              <a:t>28</a:t>
            </a:fld>
            <a:endParaRPr lang="en-US" dirty="0"/>
          </a:p>
        </p:txBody>
      </p:sp>
    </p:spTree>
    <p:extLst>
      <p:ext uri="{BB962C8B-B14F-4D97-AF65-F5344CB8AC3E}">
        <p14:creationId xmlns:p14="http://schemas.microsoft.com/office/powerpoint/2010/main" val="141143197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9F6A3-13C7-066D-FB67-85BAD3ABE6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3D584F-8CF2-ACA5-77EB-A228530468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20702B-1B59-7AA0-C68A-D6BC74608AB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FAEB324-5F7D-4BD7-9062-DD0801956224}"/>
              </a:ext>
            </a:extLst>
          </p:cNvPr>
          <p:cNvSpPr>
            <a:spLocks noGrp="1"/>
          </p:cNvSpPr>
          <p:nvPr>
            <p:ph type="sldNum" sz="quarter" idx="5"/>
          </p:nvPr>
        </p:nvSpPr>
        <p:spPr/>
        <p:txBody>
          <a:bodyPr/>
          <a:lstStyle/>
          <a:p>
            <a:fld id="{0DC92804-03A6-47F6-A893-4DDB8903A808}" type="slidenum">
              <a:rPr lang="en-US" smtClean="0"/>
              <a:t>29</a:t>
            </a:fld>
            <a:endParaRPr lang="en-US" dirty="0"/>
          </a:p>
        </p:txBody>
      </p:sp>
    </p:spTree>
    <p:extLst>
      <p:ext uri="{BB962C8B-B14F-4D97-AF65-F5344CB8AC3E}">
        <p14:creationId xmlns:p14="http://schemas.microsoft.com/office/powerpoint/2010/main" val="40044709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32E18A-3CC2-EADE-2ED3-651E4A2511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73A7F1-0680-C92F-D906-DEDC055F3E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DC65BC-0036-531C-8525-3E94B11AC28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7378BB9-DAA9-79E2-3B33-DAB776C469DB}"/>
              </a:ext>
            </a:extLst>
          </p:cNvPr>
          <p:cNvSpPr>
            <a:spLocks noGrp="1"/>
          </p:cNvSpPr>
          <p:nvPr>
            <p:ph type="sldNum" sz="quarter" idx="5"/>
          </p:nvPr>
        </p:nvSpPr>
        <p:spPr/>
        <p:txBody>
          <a:bodyPr/>
          <a:lstStyle/>
          <a:p>
            <a:fld id="{0DC92804-03A6-47F6-A893-4DDB8903A808}" type="slidenum">
              <a:rPr lang="en-US" smtClean="0"/>
              <a:t>30</a:t>
            </a:fld>
            <a:endParaRPr lang="en-US" dirty="0"/>
          </a:p>
        </p:txBody>
      </p:sp>
    </p:spTree>
    <p:extLst>
      <p:ext uri="{BB962C8B-B14F-4D97-AF65-F5344CB8AC3E}">
        <p14:creationId xmlns:p14="http://schemas.microsoft.com/office/powerpoint/2010/main" val="20525037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1CA47D-3768-62F3-9E5D-69A3F5CCA2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F04669-9CD0-5BA9-5AB6-998FDB40F9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296BB1-D978-3B81-B672-B61FB50A511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5CF8BC4-5F9F-5123-4FCB-5AD8B4FDEE7B}"/>
              </a:ext>
            </a:extLst>
          </p:cNvPr>
          <p:cNvSpPr>
            <a:spLocks noGrp="1"/>
          </p:cNvSpPr>
          <p:nvPr>
            <p:ph type="sldNum" sz="quarter" idx="5"/>
          </p:nvPr>
        </p:nvSpPr>
        <p:spPr/>
        <p:txBody>
          <a:bodyPr/>
          <a:lstStyle/>
          <a:p>
            <a:fld id="{0DC92804-03A6-47F6-A893-4DDB8903A808}" type="slidenum">
              <a:rPr lang="en-US" smtClean="0"/>
              <a:t>31</a:t>
            </a:fld>
            <a:endParaRPr lang="en-US" dirty="0"/>
          </a:p>
        </p:txBody>
      </p:sp>
    </p:spTree>
    <p:extLst>
      <p:ext uri="{BB962C8B-B14F-4D97-AF65-F5344CB8AC3E}">
        <p14:creationId xmlns:p14="http://schemas.microsoft.com/office/powerpoint/2010/main" val="64167863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9F6A3-13C7-066D-FB67-85BAD3ABE6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3D584F-8CF2-ACA5-77EB-A228530468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20702B-1B59-7AA0-C68A-D6BC74608AB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FAEB324-5F7D-4BD7-9062-DD0801956224}"/>
              </a:ext>
            </a:extLst>
          </p:cNvPr>
          <p:cNvSpPr>
            <a:spLocks noGrp="1"/>
          </p:cNvSpPr>
          <p:nvPr>
            <p:ph type="sldNum" sz="quarter" idx="5"/>
          </p:nvPr>
        </p:nvSpPr>
        <p:spPr/>
        <p:txBody>
          <a:bodyPr/>
          <a:lstStyle/>
          <a:p>
            <a:fld id="{0DC92804-03A6-47F6-A893-4DDB8903A808}" type="slidenum">
              <a:rPr lang="en-US" smtClean="0"/>
              <a:t>32</a:t>
            </a:fld>
            <a:endParaRPr lang="en-US" dirty="0"/>
          </a:p>
        </p:txBody>
      </p:sp>
    </p:spTree>
    <p:extLst>
      <p:ext uri="{BB962C8B-B14F-4D97-AF65-F5344CB8AC3E}">
        <p14:creationId xmlns:p14="http://schemas.microsoft.com/office/powerpoint/2010/main" val="23015653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425CB5-8D7C-2E5D-949E-7DC84BA0D48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564A949-F8F9-E214-F6AB-8012FA0D29D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5396207-CDCF-B934-7DB0-84AD5A715A47}"/>
              </a:ext>
            </a:extLst>
          </p:cNvPr>
          <p:cNvSpPr>
            <a:spLocks noGrp="1"/>
          </p:cNvSpPr>
          <p:nvPr>
            <p:ph type="dt" sz="half" idx="10"/>
          </p:nvPr>
        </p:nvSpPr>
        <p:spPr/>
        <p:txBody>
          <a:bodyPr/>
          <a:lstStyle/>
          <a:p>
            <a:fld id="{8CC348CA-DC73-4E1A-AF0E-8B07B8526106}" type="datetimeFigureOut">
              <a:rPr lang="en-US" smtClean="0"/>
              <a:t>2/11/2026</a:t>
            </a:fld>
            <a:endParaRPr lang="en-US"/>
          </a:p>
        </p:txBody>
      </p:sp>
      <p:sp>
        <p:nvSpPr>
          <p:cNvPr id="5" name="Footer Placeholder 4">
            <a:extLst>
              <a:ext uri="{FF2B5EF4-FFF2-40B4-BE49-F238E27FC236}">
                <a16:creationId xmlns:a16="http://schemas.microsoft.com/office/drawing/2014/main" id="{6836B8A7-A424-3D6B-E6AF-709014BDBC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F3ECEF-F475-B31C-73C0-C47B00949F5A}"/>
              </a:ext>
            </a:extLst>
          </p:cNvPr>
          <p:cNvSpPr>
            <a:spLocks noGrp="1"/>
          </p:cNvSpPr>
          <p:nvPr>
            <p:ph type="sldNum" sz="quarter" idx="12"/>
          </p:nvPr>
        </p:nvSpPr>
        <p:spPr/>
        <p:txBody>
          <a:bodyPr/>
          <a:lstStyle/>
          <a:p>
            <a:fld id="{106355C9-20C5-426A-B0E0-2A2CE6D71C57}" type="slidenum">
              <a:rPr lang="en-US" smtClean="0"/>
              <a:t>‹#›</a:t>
            </a:fld>
            <a:endParaRPr lang="en-US"/>
          </a:p>
        </p:txBody>
      </p:sp>
    </p:spTree>
    <p:extLst>
      <p:ext uri="{BB962C8B-B14F-4D97-AF65-F5344CB8AC3E}">
        <p14:creationId xmlns:p14="http://schemas.microsoft.com/office/powerpoint/2010/main" val="3601112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F3653-1D21-3AB7-350A-6E1C39D4B3C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BAA916D-2188-CC27-2704-9C50D7A0955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B731E8-D0F1-3BA6-A538-AF6E39341041}"/>
              </a:ext>
            </a:extLst>
          </p:cNvPr>
          <p:cNvSpPr>
            <a:spLocks noGrp="1"/>
          </p:cNvSpPr>
          <p:nvPr>
            <p:ph type="dt" sz="half" idx="10"/>
          </p:nvPr>
        </p:nvSpPr>
        <p:spPr/>
        <p:txBody>
          <a:bodyPr/>
          <a:lstStyle/>
          <a:p>
            <a:fld id="{8CC348CA-DC73-4E1A-AF0E-8B07B8526106}" type="datetimeFigureOut">
              <a:rPr lang="en-US" smtClean="0"/>
              <a:t>2/11/2026</a:t>
            </a:fld>
            <a:endParaRPr lang="en-US"/>
          </a:p>
        </p:txBody>
      </p:sp>
      <p:sp>
        <p:nvSpPr>
          <p:cNvPr id="5" name="Footer Placeholder 4">
            <a:extLst>
              <a:ext uri="{FF2B5EF4-FFF2-40B4-BE49-F238E27FC236}">
                <a16:creationId xmlns:a16="http://schemas.microsoft.com/office/drawing/2014/main" id="{A97FF9ED-5DE0-1596-BBC9-374491FDE7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49D2E92-590D-2227-52CD-63102F408827}"/>
              </a:ext>
            </a:extLst>
          </p:cNvPr>
          <p:cNvSpPr>
            <a:spLocks noGrp="1"/>
          </p:cNvSpPr>
          <p:nvPr>
            <p:ph type="sldNum" sz="quarter" idx="12"/>
          </p:nvPr>
        </p:nvSpPr>
        <p:spPr/>
        <p:txBody>
          <a:bodyPr/>
          <a:lstStyle/>
          <a:p>
            <a:fld id="{106355C9-20C5-426A-B0E0-2A2CE6D71C57}" type="slidenum">
              <a:rPr lang="en-US" smtClean="0"/>
              <a:t>‹#›</a:t>
            </a:fld>
            <a:endParaRPr lang="en-US"/>
          </a:p>
        </p:txBody>
      </p:sp>
    </p:spTree>
    <p:extLst>
      <p:ext uri="{BB962C8B-B14F-4D97-AF65-F5344CB8AC3E}">
        <p14:creationId xmlns:p14="http://schemas.microsoft.com/office/powerpoint/2010/main" val="21616505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A13436-BE6D-2828-BE7D-8168B12D603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D6C5F41-5ADD-6450-ED75-6B212991380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7AA3D9E-C7D3-C2BC-FB92-47FA89671C06}"/>
              </a:ext>
            </a:extLst>
          </p:cNvPr>
          <p:cNvSpPr>
            <a:spLocks noGrp="1"/>
          </p:cNvSpPr>
          <p:nvPr>
            <p:ph type="dt" sz="half" idx="10"/>
          </p:nvPr>
        </p:nvSpPr>
        <p:spPr/>
        <p:txBody>
          <a:bodyPr/>
          <a:lstStyle/>
          <a:p>
            <a:fld id="{8CC348CA-DC73-4E1A-AF0E-8B07B8526106}" type="datetimeFigureOut">
              <a:rPr lang="en-US" smtClean="0"/>
              <a:t>2/11/2026</a:t>
            </a:fld>
            <a:endParaRPr lang="en-US"/>
          </a:p>
        </p:txBody>
      </p:sp>
      <p:sp>
        <p:nvSpPr>
          <p:cNvPr id="5" name="Footer Placeholder 4">
            <a:extLst>
              <a:ext uri="{FF2B5EF4-FFF2-40B4-BE49-F238E27FC236}">
                <a16:creationId xmlns:a16="http://schemas.microsoft.com/office/drawing/2014/main" id="{493E876E-7FB8-84E8-EFF6-2ACBFDD78C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D990CF4-6C77-E701-44FC-3FCA4FF5325A}"/>
              </a:ext>
            </a:extLst>
          </p:cNvPr>
          <p:cNvSpPr>
            <a:spLocks noGrp="1"/>
          </p:cNvSpPr>
          <p:nvPr>
            <p:ph type="sldNum" sz="quarter" idx="12"/>
          </p:nvPr>
        </p:nvSpPr>
        <p:spPr/>
        <p:txBody>
          <a:bodyPr/>
          <a:lstStyle/>
          <a:p>
            <a:fld id="{106355C9-20C5-426A-B0E0-2A2CE6D71C57}" type="slidenum">
              <a:rPr lang="en-US" smtClean="0"/>
              <a:t>‹#›</a:t>
            </a:fld>
            <a:endParaRPr lang="en-US"/>
          </a:p>
        </p:txBody>
      </p:sp>
    </p:spTree>
    <p:extLst>
      <p:ext uri="{BB962C8B-B14F-4D97-AF65-F5344CB8AC3E}">
        <p14:creationId xmlns:p14="http://schemas.microsoft.com/office/powerpoint/2010/main" val="28720278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B8204-8390-A5A1-32F5-FD264E267F0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67E3F0C-F98C-2B97-774F-9A76E397873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8D5A35A-C159-11E9-D446-A1453B86549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5ED1CE5-861A-B4AE-E194-24B6C26E4311}"/>
              </a:ext>
            </a:extLst>
          </p:cNvPr>
          <p:cNvSpPr>
            <a:spLocks noGrp="1"/>
          </p:cNvSpPr>
          <p:nvPr>
            <p:ph type="dt" sz="half" idx="10"/>
          </p:nvPr>
        </p:nvSpPr>
        <p:spPr/>
        <p:txBody>
          <a:bodyPr/>
          <a:lstStyle/>
          <a:p>
            <a:fld id="{8CC348CA-DC73-4E1A-AF0E-8B07B8526106}" type="datetimeFigureOut">
              <a:rPr lang="en-US" smtClean="0"/>
              <a:t>2/11/2026</a:t>
            </a:fld>
            <a:endParaRPr lang="en-US"/>
          </a:p>
        </p:txBody>
      </p:sp>
      <p:sp>
        <p:nvSpPr>
          <p:cNvPr id="6" name="Footer Placeholder 5">
            <a:extLst>
              <a:ext uri="{FF2B5EF4-FFF2-40B4-BE49-F238E27FC236}">
                <a16:creationId xmlns:a16="http://schemas.microsoft.com/office/drawing/2014/main" id="{BCDE1D23-E697-F6DC-3593-9C0478C0D43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30114ED-52B0-6B4C-2E3F-B15B8B452A78}"/>
              </a:ext>
            </a:extLst>
          </p:cNvPr>
          <p:cNvSpPr>
            <a:spLocks noGrp="1"/>
          </p:cNvSpPr>
          <p:nvPr>
            <p:ph type="sldNum" sz="quarter" idx="12"/>
          </p:nvPr>
        </p:nvSpPr>
        <p:spPr/>
        <p:txBody>
          <a:bodyPr/>
          <a:lstStyle/>
          <a:p>
            <a:fld id="{106355C9-20C5-426A-B0E0-2A2CE6D71C57}" type="slidenum">
              <a:rPr lang="en-US" smtClean="0"/>
              <a:t>‹#›</a:t>
            </a:fld>
            <a:endParaRPr lang="en-US"/>
          </a:p>
        </p:txBody>
      </p:sp>
    </p:spTree>
    <p:extLst>
      <p:ext uri="{BB962C8B-B14F-4D97-AF65-F5344CB8AC3E}">
        <p14:creationId xmlns:p14="http://schemas.microsoft.com/office/powerpoint/2010/main" val="22709419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5C8D30-5AF8-6895-B81C-C1E6DDDE6EB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4CED352-71BC-D7A3-375C-C3CD9AE0FEB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C8B221B-5957-528A-E12F-161B421258E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876128E-6E69-627E-94E3-60028A6E69A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C242168-77FD-2149-9746-1E33609A4EF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A952152-288F-7855-1D76-82CEFD004103}"/>
              </a:ext>
            </a:extLst>
          </p:cNvPr>
          <p:cNvSpPr>
            <a:spLocks noGrp="1"/>
          </p:cNvSpPr>
          <p:nvPr>
            <p:ph type="dt" sz="half" idx="10"/>
          </p:nvPr>
        </p:nvSpPr>
        <p:spPr/>
        <p:txBody>
          <a:bodyPr/>
          <a:lstStyle/>
          <a:p>
            <a:fld id="{8CC348CA-DC73-4E1A-AF0E-8B07B8526106}" type="datetimeFigureOut">
              <a:rPr lang="en-US" smtClean="0"/>
              <a:t>2/11/2026</a:t>
            </a:fld>
            <a:endParaRPr lang="en-US"/>
          </a:p>
        </p:txBody>
      </p:sp>
      <p:sp>
        <p:nvSpPr>
          <p:cNvPr id="8" name="Footer Placeholder 7">
            <a:extLst>
              <a:ext uri="{FF2B5EF4-FFF2-40B4-BE49-F238E27FC236}">
                <a16:creationId xmlns:a16="http://schemas.microsoft.com/office/drawing/2014/main" id="{A9475DF3-C52F-BF69-9650-C641B42D6A0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CBD277A-B842-EE4E-AA71-8A5767FD77F7}"/>
              </a:ext>
            </a:extLst>
          </p:cNvPr>
          <p:cNvSpPr>
            <a:spLocks noGrp="1"/>
          </p:cNvSpPr>
          <p:nvPr>
            <p:ph type="sldNum" sz="quarter" idx="12"/>
          </p:nvPr>
        </p:nvSpPr>
        <p:spPr/>
        <p:txBody>
          <a:bodyPr/>
          <a:lstStyle/>
          <a:p>
            <a:fld id="{106355C9-20C5-426A-B0E0-2A2CE6D71C57}" type="slidenum">
              <a:rPr lang="en-US" smtClean="0"/>
              <a:t>‹#›</a:t>
            </a:fld>
            <a:endParaRPr lang="en-US"/>
          </a:p>
        </p:txBody>
      </p:sp>
    </p:spTree>
    <p:extLst>
      <p:ext uri="{BB962C8B-B14F-4D97-AF65-F5344CB8AC3E}">
        <p14:creationId xmlns:p14="http://schemas.microsoft.com/office/powerpoint/2010/main" val="34686096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D570A-AFBC-9002-B96F-DBDBE2A064D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4BDE4F8-E12E-55EC-2F4A-9CC9ADE25A96}"/>
              </a:ext>
            </a:extLst>
          </p:cNvPr>
          <p:cNvSpPr>
            <a:spLocks noGrp="1"/>
          </p:cNvSpPr>
          <p:nvPr>
            <p:ph type="dt" sz="half" idx="10"/>
          </p:nvPr>
        </p:nvSpPr>
        <p:spPr/>
        <p:txBody>
          <a:bodyPr/>
          <a:lstStyle/>
          <a:p>
            <a:fld id="{8CC348CA-DC73-4E1A-AF0E-8B07B8526106}" type="datetimeFigureOut">
              <a:rPr lang="en-US" smtClean="0"/>
              <a:t>2/11/2026</a:t>
            </a:fld>
            <a:endParaRPr lang="en-US"/>
          </a:p>
        </p:txBody>
      </p:sp>
      <p:sp>
        <p:nvSpPr>
          <p:cNvPr id="4" name="Footer Placeholder 3">
            <a:extLst>
              <a:ext uri="{FF2B5EF4-FFF2-40B4-BE49-F238E27FC236}">
                <a16:creationId xmlns:a16="http://schemas.microsoft.com/office/drawing/2014/main" id="{4B875179-54F1-D172-80EB-0B8BD11B6C9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CD25C4C-2721-6F41-6827-7D34CF104ABA}"/>
              </a:ext>
            </a:extLst>
          </p:cNvPr>
          <p:cNvSpPr>
            <a:spLocks noGrp="1"/>
          </p:cNvSpPr>
          <p:nvPr>
            <p:ph type="sldNum" sz="quarter" idx="12"/>
          </p:nvPr>
        </p:nvSpPr>
        <p:spPr/>
        <p:txBody>
          <a:bodyPr/>
          <a:lstStyle/>
          <a:p>
            <a:fld id="{106355C9-20C5-426A-B0E0-2A2CE6D71C57}" type="slidenum">
              <a:rPr lang="en-US" smtClean="0"/>
              <a:t>‹#›</a:t>
            </a:fld>
            <a:endParaRPr lang="en-US"/>
          </a:p>
        </p:txBody>
      </p:sp>
    </p:spTree>
    <p:extLst>
      <p:ext uri="{BB962C8B-B14F-4D97-AF65-F5344CB8AC3E}">
        <p14:creationId xmlns:p14="http://schemas.microsoft.com/office/powerpoint/2010/main" val="1636632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6D8CD9D-6A98-94D2-EB39-A453502BB73D}"/>
              </a:ext>
            </a:extLst>
          </p:cNvPr>
          <p:cNvSpPr>
            <a:spLocks noGrp="1"/>
          </p:cNvSpPr>
          <p:nvPr>
            <p:ph type="dt" sz="half" idx="10"/>
          </p:nvPr>
        </p:nvSpPr>
        <p:spPr/>
        <p:txBody>
          <a:bodyPr/>
          <a:lstStyle/>
          <a:p>
            <a:fld id="{8CC348CA-DC73-4E1A-AF0E-8B07B8526106}" type="datetimeFigureOut">
              <a:rPr lang="en-US" smtClean="0"/>
              <a:t>2/11/2026</a:t>
            </a:fld>
            <a:endParaRPr lang="en-US"/>
          </a:p>
        </p:txBody>
      </p:sp>
      <p:sp>
        <p:nvSpPr>
          <p:cNvPr id="3" name="Footer Placeholder 2">
            <a:extLst>
              <a:ext uri="{FF2B5EF4-FFF2-40B4-BE49-F238E27FC236}">
                <a16:creationId xmlns:a16="http://schemas.microsoft.com/office/drawing/2014/main" id="{C0ECFF65-D84D-7E97-6BFF-E1156608ECC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C6DBE7D-951A-A1DB-0282-BE26A5E77D80}"/>
              </a:ext>
            </a:extLst>
          </p:cNvPr>
          <p:cNvSpPr>
            <a:spLocks noGrp="1"/>
          </p:cNvSpPr>
          <p:nvPr>
            <p:ph type="sldNum" sz="quarter" idx="12"/>
          </p:nvPr>
        </p:nvSpPr>
        <p:spPr/>
        <p:txBody>
          <a:bodyPr/>
          <a:lstStyle/>
          <a:p>
            <a:fld id="{106355C9-20C5-426A-B0E0-2A2CE6D71C57}" type="slidenum">
              <a:rPr lang="en-US" smtClean="0"/>
              <a:t>‹#›</a:t>
            </a:fld>
            <a:endParaRPr lang="en-US"/>
          </a:p>
        </p:txBody>
      </p:sp>
    </p:spTree>
    <p:extLst>
      <p:ext uri="{BB962C8B-B14F-4D97-AF65-F5344CB8AC3E}">
        <p14:creationId xmlns:p14="http://schemas.microsoft.com/office/powerpoint/2010/main" val="15540796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84184D-2FFC-A6FC-5C41-0A81649D9A5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B461337-9749-5516-D5E3-5F8083D255B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4E35590-C395-F8C3-D12A-D153C0B5B9E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8AA6F0C-06F5-F023-128C-249298A42DC5}"/>
              </a:ext>
            </a:extLst>
          </p:cNvPr>
          <p:cNvSpPr>
            <a:spLocks noGrp="1"/>
          </p:cNvSpPr>
          <p:nvPr>
            <p:ph type="dt" sz="half" idx="10"/>
          </p:nvPr>
        </p:nvSpPr>
        <p:spPr/>
        <p:txBody>
          <a:bodyPr/>
          <a:lstStyle/>
          <a:p>
            <a:fld id="{8CC348CA-DC73-4E1A-AF0E-8B07B8526106}" type="datetimeFigureOut">
              <a:rPr lang="en-US" smtClean="0"/>
              <a:t>2/11/2026</a:t>
            </a:fld>
            <a:endParaRPr lang="en-US"/>
          </a:p>
        </p:txBody>
      </p:sp>
      <p:sp>
        <p:nvSpPr>
          <p:cNvPr id="6" name="Footer Placeholder 5">
            <a:extLst>
              <a:ext uri="{FF2B5EF4-FFF2-40B4-BE49-F238E27FC236}">
                <a16:creationId xmlns:a16="http://schemas.microsoft.com/office/drawing/2014/main" id="{8DF18EC6-91FD-6ED6-2A61-C30253F64C0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DF48041-9370-229C-E7E3-F10F5A7C534C}"/>
              </a:ext>
            </a:extLst>
          </p:cNvPr>
          <p:cNvSpPr>
            <a:spLocks noGrp="1"/>
          </p:cNvSpPr>
          <p:nvPr>
            <p:ph type="sldNum" sz="quarter" idx="12"/>
          </p:nvPr>
        </p:nvSpPr>
        <p:spPr/>
        <p:txBody>
          <a:bodyPr/>
          <a:lstStyle/>
          <a:p>
            <a:fld id="{106355C9-20C5-426A-B0E0-2A2CE6D71C57}" type="slidenum">
              <a:rPr lang="en-US" smtClean="0"/>
              <a:t>‹#›</a:t>
            </a:fld>
            <a:endParaRPr lang="en-US"/>
          </a:p>
        </p:txBody>
      </p:sp>
    </p:spTree>
    <p:extLst>
      <p:ext uri="{BB962C8B-B14F-4D97-AF65-F5344CB8AC3E}">
        <p14:creationId xmlns:p14="http://schemas.microsoft.com/office/powerpoint/2010/main" val="37180731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8F26A6-283E-BB56-D840-E014DE4EDCC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79E4280-5AFD-7974-CD14-01758A784F1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F587724-F199-9957-8C84-B45DAF1A29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C62EAE4-0BAE-212C-9031-2383D8B90258}"/>
              </a:ext>
            </a:extLst>
          </p:cNvPr>
          <p:cNvSpPr>
            <a:spLocks noGrp="1"/>
          </p:cNvSpPr>
          <p:nvPr>
            <p:ph type="dt" sz="half" idx="10"/>
          </p:nvPr>
        </p:nvSpPr>
        <p:spPr/>
        <p:txBody>
          <a:bodyPr/>
          <a:lstStyle/>
          <a:p>
            <a:fld id="{8CC348CA-DC73-4E1A-AF0E-8B07B8526106}" type="datetimeFigureOut">
              <a:rPr lang="en-US" smtClean="0"/>
              <a:t>2/11/2026</a:t>
            </a:fld>
            <a:endParaRPr lang="en-US"/>
          </a:p>
        </p:txBody>
      </p:sp>
      <p:sp>
        <p:nvSpPr>
          <p:cNvPr id="6" name="Footer Placeholder 5">
            <a:extLst>
              <a:ext uri="{FF2B5EF4-FFF2-40B4-BE49-F238E27FC236}">
                <a16:creationId xmlns:a16="http://schemas.microsoft.com/office/drawing/2014/main" id="{BE5ED520-EA3F-45A1-7A2A-CAF26491ECE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513B837-EB99-BA9F-834F-AFF834FC520C}"/>
              </a:ext>
            </a:extLst>
          </p:cNvPr>
          <p:cNvSpPr>
            <a:spLocks noGrp="1"/>
          </p:cNvSpPr>
          <p:nvPr>
            <p:ph type="sldNum" sz="quarter" idx="12"/>
          </p:nvPr>
        </p:nvSpPr>
        <p:spPr/>
        <p:txBody>
          <a:bodyPr/>
          <a:lstStyle/>
          <a:p>
            <a:fld id="{106355C9-20C5-426A-B0E0-2A2CE6D71C57}" type="slidenum">
              <a:rPr lang="en-US" smtClean="0"/>
              <a:t>‹#›</a:t>
            </a:fld>
            <a:endParaRPr lang="en-US"/>
          </a:p>
        </p:txBody>
      </p:sp>
    </p:spTree>
    <p:extLst>
      <p:ext uri="{BB962C8B-B14F-4D97-AF65-F5344CB8AC3E}">
        <p14:creationId xmlns:p14="http://schemas.microsoft.com/office/powerpoint/2010/main" val="21887031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98F682-E52E-1288-4D7A-91F6AE1229B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BEC1CCB-57C1-E253-9E1B-2C8C3A5314C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DE954E7-D0E4-0525-ABD5-2EC6130F216F}"/>
              </a:ext>
            </a:extLst>
          </p:cNvPr>
          <p:cNvSpPr>
            <a:spLocks noGrp="1"/>
          </p:cNvSpPr>
          <p:nvPr>
            <p:ph type="dt" sz="half" idx="10"/>
          </p:nvPr>
        </p:nvSpPr>
        <p:spPr/>
        <p:txBody>
          <a:bodyPr/>
          <a:lstStyle/>
          <a:p>
            <a:fld id="{8CC348CA-DC73-4E1A-AF0E-8B07B8526106}" type="datetimeFigureOut">
              <a:rPr lang="en-US" smtClean="0"/>
              <a:t>2/11/2026</a:t>
            </a:fld>
            <a:endParaRPr lang="en-US"/>
          </a:p>
        </p:txBody>
      </p:sp>
      <p:sp>
        <p:nvSpPr>
          <p:cNvPr id="5" name="Footer Placeholder 4">
            <a:extLst>
              <a:ext uri="{FF2B5EF4-FFF2-40B4-BE49-F238E27FC236}">
                <a16:creationId xmlns:a16="http://schemas.microsoft.com/office/drawing/2014/main" id="{0221A352-9B49-C486-F500-194B560B7BF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5205C3-D616-4B4D-FCDD-24D9A2E9962B}"/>
              </a:ext>
            </a:extLst>
          </p:cNvPr>
          <p:cNvSpPr>
            <a:spLocks noGrp="1"/>
          </p:cNvSpPr>
          <p:nvPr>
            <p:ph type="sldNum" sz="quarter" idx="12"/>
          </p:nvPr>
        </p:nvSpPr>
        <p:spPr/>
        <p:txBody>
          <a:bodyPr/>
          <a:lstStyle/>
          <a:p>
            <a:fld id="{106355C9-20C5-426A-B0E0-2A2CE6D71C57}" type="slidenum">
              <a:rPr lang="en-US" smtClean="0"/>
              <a:t>‹#›</a:t>
            </a:fld>
            <a:endParaRPr lang="en-US"/>
          </a:p>
        </p:txBody>
      </p:sp>
    </p:spTree>
    <p:extLst>
      <p:ext uri="{BB962C8B-B14F-4D97-AF65-F5344CB8AC3E}">
        <p14:creationId xmlns:p14="http://schemas.microsoft.com/office/powerpoint/2010/main" val="19432821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E6FA8F1-5C7B-1EF5-3E84-E8232E0B285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439405E-0EE7-124B-2358-22282ECCBAA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C8A532D-0EA0-E7B4-33C5-2A55B726E253}"/>
              </a:ext>
            </a:extLst>
          </p:cNvPr>
          <p:cNvSpPr>
            <a:spLocks noGrp="1"/>
          </p:cNvSpPr>
          <p:nvPr>
            <p:ph type="dt" sz="half" idx="10"/>
          </p:nvPr>
        </p:nvSpPr>
        <p:spPr/>
        <p:txBody>
          <a:bodyPr/>
          <a:lstStyle/>
          <a:p>
            <a:fld id="{8CC348CA-DC73-4E1A-AF0E-8B07B8526106}" type="datetimeFigureOut">
              <a:rPr lang="en-US" smtClean="0"/>
              <a:t>2/11/2026</a:t>
            </a:fld>
            <a:endParaRPr lang="en-US"/>
          </a:p>
        </p:txBody>
      </p:sp>
      <p:sp>
        <p:nvSpPr>
          <p:cNvPr id="5" name="Footer Placeholder 4">
            <a:extLst>
              <a:ext uri="{FF2B5EF4-FFF2-40B4-BE49-F238E27FC236}">
                <a16:creationId xmlns:a16="http://schemas.microsoft.com/office/drawing/2014/main" id="{C1F2B73B-E4A1-A2BF-7690-99C419410B6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8C0FD7C-FBBE-83D2-F922-8695D25EE156}"/>
              </a:ext>
            </a:extLst>
          </p:cNvPr>
          <p:cNvSpPr>
            <a:spLocks noGrp="1"/>
          </p:cNvSpPr>
          <p:nvPr>
            <p:ph type="sldNum" sz="quarter" idx="12"/>
          </p:nvPr>
        </p:nvSpPr>
        <p:spPr/>
        <p:txBody>
          <a:bodyPr/>
          <a:lstStyle/>
          <a:p>
            <a:fld id="{106355C9-20C5-426A-B0E0-2A2CE6D71C57}" type="slidenum">
              <a:rPr lang="en-US" smtClean="0"/>
              <a:t>‹#›</a:t>
            </a:fld>
            <a:endParaRPr lang="en-US"/>
          </a:p>
        </p:txBody>
      </p:sp>
    </p:spTree>
    <p:extLst>
      <p:ext uri="{BB962C8B-B14F-4D97-AF65-F5344CB8AC3E}">
        <p14:creationId xmlns:p14="http://schemas.microsoft.com/office/powerpoint/2010/main" val="42912300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EF7D84AA-0BCE-9C85-4510-34EBAE061790}"/>
              </a:ext>
              <a:ext uri="{C183D7F6-B498-43B3-948B-1728B52AA6E4}">
                <adec:decorative xmlns:adec="http://schemas.microsoft.com/office/drawing/2017/decorative" val="1"/>
              </a:ext>
            </a:extLst>
          </p:cNvPr>
          <p:cNvGrpSpPr/>
          <p:nvPr userDrawn="1"/>
        </p:nvGrpSpPr>
        <p:grpSpPr>
          <a:xfrm>
            <a:off x="-1524" y="708955"/>
            <a:ext cx="12193526" cy="5463893"/>
            <a:chOff x="-1524" y="708955"/>
            <a:chExt cx="12193526" cy="5463893"/>
          </a:xfrm>
        </p:grpSpPr>
        <p:sp>
          <p:nvSpPr>
            <p:cNvPr id="5" name="Rectangle 4">
              <a:extLst>
                <a:ext uri="{FF2B5EF4-FFF2-40B4-BE49-F238E27FC236}">
                  <a16:creationId xmlns:a16="http://schemas.microsoft.com/office/drawing/2014/main" id="{E41002A6-9DB7-26A1-2425-8C496B953CA4}"/>
                </a:ext>
              </a:extLst>
            </p:cNvPr>
            <p:cNvSpPr/>
            <p:nvPr userDrawn="1"/>
          </p:nvSpPr>
          <p:spPr>
            <a:xfrm>
              <a:off x="-1524" y="709613"/>
              <a:ext cx="12192000" cy="5463235"/>
            </a:xfrm>
            <a:prstGeom prst="rect">
              <a:avLst/>
            </a:prstGeom>
            <a:solidFill>
              <a:schemeClr val="accent3">
                <a:alpha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5" name="Graphic 24">
              <a:extLst>
                <a:ext uri="{FF2B5EF4-FFF2-40B4-BE49-F238E27FC236}">
                  <a16:creationId xmlns:a16="http://schemas.microsoft.com/office/drawing/2014/main" id="{9F029623-B14D-1CDC-9D8F-47D563937B5F}"/>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43670" t="-7182" r="-9886" b="52046"/>
            <a:stretch/>
          </p:blipFill>
          <p:spPr>
            <a:xfrm>
              <a:off x="-1" y="1162050"/>
              <a:ext cx="5568949" cy="5009032"/>
            </a:xfrm>
            <a:prstGeom prst="rect">
              <a:avLst/>
            </a:prstGeom>
          </p:spPr>
        </p:pic>
        <p:pic>
          <p:nvPicPr>
            <p:cNvPr id="26" name="Graphic 25">
              <a:extLst>
                <a:ext uri="{FF2B5EF4-FFF2-40B4-BE49-F238E27FC236}">
                  <a16:creationId xmlns:a16="http://schemas.microsoft.com/office/drawing/2014/main" id="{B4D8031F-ED2A-8D7E-D369-6BF3256FE3FC}"/>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56" t="-7183" r="44925" b="48899"/>
            <a:stretch/>
          </p:blipFill>
          <p:spPr>
            <a:xfrm rot="16200000">
              <a:off x="7239292" y="366674"/>
              <a:ext cx="4610430" cy="5294991"/>
            </a:xfrm>
            <a:prstGeom prst="rect">
              <a:avLst/>
            </a:prstGeom>
          </p:spPr>
        </p:pic>
      </p:grpSp>
      <p:cxnSp>
        <p:nvCxnSpPr>
          <p:cNvPr id="15" name="Straight Connector 14">
            <a:extLst>
              <a:ext uri="{FF2B5EF4-FFF2-40B4-BE49-F238E27FC236}">
                <a16:creationId xmlns:a16="http://schemas.microsoft.com/office/drawing/2014/main" id="{8A28D3FB-54EA-410D-A062-8F118E5D0CD7}"/>
              </a:ext>
              <a:ext uri="{C183D7F6-B498-43B3-948B-1728B52AA6E4}">
                <adec:decorative xmlns:adec="http://schemas.microsoft.com/office/drawing/2017/decorative" val="1"/>
              </a:ext>
            </a:extLst>
          </p:cNvPr>
          <p:cNvCxnSpPr>
            <a:cxnSpLocks/>
          </p:cNvCxnSpPr>
          <p:nvPr userDrawn="1"/>
        </p:nvCxnSpPr>
        <p:spPr>
          <a:xfrm flipV="1">
            <a:off x="11496184" y="561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6593477A-1279-4BCC-8257-14CC2361F898}"/>
              </a:ext>
              <a:ext uri="{C183D7F6-B498-43B3-948B-1728B52AA6E4}">
                <adec:decorative xmlns:adec="http://schemas.microsoft.com/office/drawing/2017/decorative" val="1"/>
              </a:ext>
            </a:extLst>
          </p:cNvPr>
          <p:cNvCxnSpPr>
            <a:cxnSpLocks/>
          </p:cNvCxnSpPr>
          <p:nvPr userDrawn="1"/>
        </p:nvCxnSpPr>
        <p:spPr>
          <a:xfrm>
            <a:off x="1524" y="6172200"/>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2" name="Straight Connector 1">
            <a:extLst>
              <a:ext uri="{FF2B5EF4-FFF2-40B4-BE49-F238E27FC236}">
                <a16:creationId xmlns:a16="http://schemas.microsoft.com/office/drawing/2014/main" id="{97F04C86-E215-DFBB-8302-70BCCDFC2DB8}"/>
              </a:ext>
              <a:ext uri="{C183D7F6-B498-43B3-948B-1728B52AA6E4}">
                <adec:decorative xmlns:adec="http://schemas.microsoft.com/office/drawing/2017/decorative" val="1"/>
              </a:ext>
            </a:extLst>
          </p:cNvPr>
          <p:cNvCxnSpPr>
            <a:cxnSpLocks/>
          </p:cNvCxnSpPr>
          <p:nvPr userDrawn="1"/>
        </p:nvCxnSpPr>
        <p:spPr>
          <a:xfrm>
            <a:off x="0" y="708956"/>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CF29577F-647F-5850-5636-6ED05B99595F}"/>
              </a:ext>
              <a:ext uri="{C183D7F6-B498-43B3-948B-1728B52AA6E4}">
                <adec:decorative xmlns:adec="http://schemas.microsoft.com/office/drawing/2017/decorative" val="1"/>
              </a:ext>
            </a:extLst>
          </p:cNvPr>
          <p:cNvCxnSpPr>
            <a:cxnSpLocks/>
          </p:cNvCxnSpPr>
          <p:nvPr userDrawn="1"/>
        </p:nvCxnSpPr>
        <p:spPr>
          <a:xfrm flipV="1">
            <a:off x="694828"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F7CBFB4F-DC16-FC59-E9E7-B92910449EB8}"/>
              </a:ext>
              <a:ext uri="{C183D7F6-B498-43B3-948B-1728B52AA6E4}">
                <adec:decorative xmlns:adec="http://schemas.microsoft.com/office/drawing/2017/decorative" val="1"/>
              </a:ext>
            </a:extLst>
          </p:cNvPr>
          <p:cNvCxnSpPr>
            <a:cxnSpLocks/>
          </p:cNvCxnSpPr>
          <p:nvPr userDrawn="1"/>
        </p:nvCxnSpPr>
        <p:spPr>
          <a:xfrm>
            <a:off x="0" y="616429"/>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A3690604-E7DB-AFA3-7E13-CAFF46FF50F6}"/>
              </a:ext>
              <a:ext uri="{C183D7F6-B498-43B3-948B-1728B52AA6E4}">
                <adec:decorative xmlns:adec="http://schemas.microsoft.com/office/drawing/2017/decorative" val="1"/>
              </a:ext>
            </a:extLst>
          </p:cNvPr>
          <p:cNvCxnSpPr>
            <a:cxnSpLocks/>
          </p:cNvCxnSpPr>
          <p:nvPr userDrawn="1"/>
        </p:nvCxnSpPr>
        <p:spPr>
          <a:xfrm>
            <a:off x="0" y="6279680"/>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E2874C2-BA39-4778-DC11-487CC4FCADC3}"/>
              </a:ext>
              <a:ext uri="{C183D7F6-B498-43B3-948B-1728B52AA6E4}">
                <adec:decorative xmlns:adec="http://schemas.microsoft.com/office/drawing/2017/decorative" val="1"/>
              </a:ext>
            </a:extLst>
          </p:cNvPr>
          <p:cNvCxnSpPr>
            <a:cxnSpLocks/>
          </p:cNvCxnSpPr>
          <p:nvPr userDrawn="1"/>
        </p:nvCxnSpPr>
        <p:spPr>
          <a:xfrm flipV="1">
            <a:off x="11605041"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46D6334D-FB4A-4843-F2FB-1CAC50021C4D}"/>
              </a:ext>
              <a:ext uri="{C183D7F6-B498-43B3-948B-1728B52AA6E4}">
                <adec:decorative xmlns:adec="http://schemas.microsoft.com/office/drawing/2017/decorative" val="1"/>
              </a:ext>
            </a:extLst>
          </p:cNvPr>
          <p:cNvCxnSpPr>
            <a:cxnSpLocks/>
          </p:cNvCxnSpPr>
          <p:nvPr userDrawn="1"/>
        </p:nvCxnSpPr>
        <p:spPr>
          <a:xfrm flipV="1">
            <a:off x="586958"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sp>
        <p:nvSpPr>
          <p:cNvPr id="4" name="Title 3">
            <a:extLst>
              <a:ext uri="{FF2B5EF4-FFF2-40B4-BE49-F238E27FC236}">
                <a16:creationId xmlns:a16="http://schemas.microsoft.com/office/drawing/2014/main" id="{FC043C06-5053-E291-E708-44B684DC523C}"/>
              </a:ext>
            </a:extLst>
          </p:cNvPr>
          <p:cNvSpPr>
            <a:spLocks noGrp="1"/>
          </p:cNvSpPr>
          <p:nvPr>
            <p:ph type="title" hasCustomPrompt="1"/>
          </p:nvPr>
        </p:nvSpPr>
        <p:spPr>
          <a:xfrm>
            <a:off x="1828932" y="1115167"/>
            <a:ext cx="8534136" cy="4655385"/>
          </a:xfrm>
        </p:spPr>
        <p:txBody>
          <a:bodyPr>
            <a:noAutofit/>
          </a:bodyPr>
          <a:lstStyle>
            <a:lvl1pPr algn="ctr">
              <a:defRPr sz="7200"/>
            </a:lvl1pPr>
          </a:lstStyle>
          <a:p>
            <a:r>
              <a:rPr lang="en-US" dirty="0"/>
              <a:t>Click to add title</a:t>
            </a:r>
          </a:p>
        </p:txBody>
      </p:sp>
    </p:spTree>
    <p:extLst>
      <p:ext uri="{BB962C8B-B14F-4D97-AF65-F5344CB8AC3E}">
        <p14:creationId xmlns:p14="http://schemas.microsoft.com/office/powerpoint/2010/main" val="49232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losin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79BDEB7A-D103-487A-8C1B-9145FB24B663}"/>
              </a:ext>
            </a:extLst>
          </p:cNvPr>
          <p:cNvSpPr>
            <a:spLocks noGrp="1"/>
          </p:cNvSpPr>
          <p:nvPr>
            <p:ph type="title" hasCustomPrompt="1"/>
          </p:nvPr>
        </p:nvSpPr>
        <p:spPr>
          <a:xfrm>
            <a:off x="422897" y="539496"/>
            <a:ext cx="5228393" cy="2697190"/>
          </a:xfrm>
        </p:spPr>
        <p:txBody>
          <a:bodyPr anchor="b">
            <a:normAutofit/>
          </a:bodyPr>
          <a:lstStyle>
            <a:lvl1pPr>
              <a:defRPr sz="4400"/>
            </a:lvl1pPr>
          </a:lstStyle>
          <a:p>
            <a:r>
              <a:rPr lang="en-US" sz="4800" dirty="0"/>
              <a:t>Click to add title </a:t>
            </a:r>
          </a:p>
        </p:txBody>
      </p:sp>
      <p:sp>
        <p:nvSpPr>
          <p:cNvPr id="8" name="Content Placeholder 2">
            <a:extLst>
              <a:ext uri="{FF2B5EF4-FFF2-40B4-BE49-F238E27FC236}">
                <a16:creationId xmlns:a16="http://schemas.microsoft.com/office/drawing/2014/main" id="{F3017A3E-25F7-41D5-AABB-24D0E2673A63}"/>
              </a:ext>
            </a:extLst>
          </p:cNvPr>
          <p:cNvSpPr>
            <a:spLocks noGrp="1"/>
          </p:cNvSpPr>
          <p:nvPr>
            <p:ph idx="1" hasCustomPrompt="1"/>
          </p:nvPr>
        </p:nvSpPr>
        <p:spPr>
          <a:xfrm>
            <a:off x="422897" y="3354749"/>
            <a:ext cx="5228392" cy="2582470"/>
          </a:xfrm>
        </p:spPr>
        <p:txBody>
          <a:bodyPr>
            <a:noAutofit/>
          </a:bodyPr>
          <a:lstStyle>
            <a:lvl1pPr marL="0" indent="0">
              <a:buNone/>
              <a:defRPr sz="1800"/>
            </a:lvl1pPr>
            <a:lvl2pPr>
              <a:defRPr sz="1800"/>
            </a:lvl2pPr>
            <a:lvl3pPr>
              <a:defRPr sz="1800"/>
            </a:lvl3pPr>
            <a:lvl4pPr>
              <a:defRPr sz="1800"/>
            </a:lvl4pPr>
            <a:lvl5pPr>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2" name="Straight Connector 11">
            <a:extLst>
              <a:ext uri="{FF2B5EF4-FFF2-40B4-BE49-F238E27FC236}">
                <a16:creationId xmlns:a16="http://schemas.microsoft.com/office/drawing/2014/main" id="{505C0C26-4C66-47DC-B079-5B94C22F15BD}"/>
              </a:ext>
              <a:ext uri="{C183D7F6-B498-43B3-948B-1728B52AA6E4}">
                <adec:decorative xmlns:adec="http://schemas.microsoft.com/office/drawing/2017/decorative" val="1"/>
              </a:ext>
            </a:extLst>
          </p:cNvPr>
          <p:cNvCxnSpPr>
            <a:cxnSpLocks/>
          </p:cNvCxnSpPr>
          <p:nvPr userDrawn="1"/>
        </p:nvCxnSpPr>
        <p:spPr>
          <a:xfrm>
            <a:off x="1524" y="6172200"/>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07E30B1-7066-9D31-7A11-7B81B65DD8BA}"/>
              </a:ext>
              <a:ext uri="{C183D7F6-B498-43B3-948B-1728B52AA6E4}">
                <adec:decorative xmlns:adec="http://schemas.microsoft.com/office/drawing/2017/decorative" val="1"/>
              </a:ext>
            </a:extLst>
          </p:cNvPr>
          <p:cNvCxnSpPr>
            <a:cxnSpLocks/>
          </p:cNvCxnSpPr>
          <p:nvPr userDrawn="1"/>
        </p:nvCxnSpPr>
        <p:spPr>
          <a:xfrm flipV="1">
            <a:off x="11496184" y="561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972E672D-C862-C853-0730-15E3C4953D67}"/>
              </a:ext>
            </a:extLst>
          </p:cNvPr>
          <p:cNvSpPr/>
          <p:nvPr userDrawn="1"/>
        </p:nvSpPr>
        <p:spPr>
          <a:xfrm>
            <a:off x="9884230" y="1"/>
            <a:ext cx="1611954" cy="6857999"/>
          </a:xfrm>
          <a:prstGeom prst="rect">
            <a:avLst/>
          </a:prstGeom>
          <a:solidFill>
            <a:schemeClr val="accent3">
              <a:alpha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6" name="Straight Connector 15">
            <a:extLst>
              <a:ext uri="{FF2B5EF4-FFF2-40B4-BE49-F238E27FC236}">
                <a16:creationId xmlns:a16="http://schemas.microsoft.com/office/drawing/2014/main" id="{910336ED-3DCB-4524-8A3F-9FBBD0B18E87}"/>
              </a:ext>
              <a:ext uri="{C183D7F6-B498-43B3-948B-1728B52AA6E4}">
                <adec:decorative xmlns:adec="http://schemas.microsoft.com/office/drawing/2017/decorative" val="1"/>
              </a:ext>
            </a:extLst>
          </p:cNvPr>
          <p:cNvCxnSpPr>
            <a:cxnSpLocks/>
          </p:cNvCxnSpPr>
          <p:nvPr userDrawn="1"/>
        </p:nvCxnSpPr>
        <p:spPr>
          <a:xfrm flipV="1">
            <a:off x="11605041"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815F86B-1A6A-ECD5-F63A-4280BADEF7C2}"/>
              </a:ext>
              <a:ext uri="{C183D7F6-B498-43B3-948B-1728B52AA6E4}">
                <adec:decorative xmlns:adec="http://schemas.microsoft.com/office/drawing/2017/decorative" val="1"/>
              </a:ext>
            </a:extLst>
          </p:cNvPr>
          <p:cNvCxnSpPr>
            <a:cxnSpLocks/>
          </p:cNvCxnSpPr>
          <p:nvPr userDrawn="1"/>
        </p:nvCxnSpPr>
        <p:spPr>
          <a:xfrm flipV="1">
            <a:off x="9884230"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B5534F0-444E-1FA5-FC8F-F04505FC0F29}"/>
              </a:ext>
              <a:ext uri="{C183D7F6-B498-43B3-948B-1728B52AA6E4}">
                <adec:decorative xmlns:adec="http://schemas.microsoft.com/office/drawing/2017/decorative" val="1"/>
              </a:ext>
            </a:extLst>
          </p:cNvPr>
          <p:cNvCxnSpPr>
            <a:cxnSpLocks/>
          </p:cNvCxnSpPr>
          <p:nvPr userDrawn="1"/>
        </p:nvCxnSpPr>
        <p:spPr>
          <a:xfrm flipV="1">
            <a:off x="9768622"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5119972F-DA18-8749-FF59-A83CA1E1F4A3}"/>
              </a:ext>
              <a:ext uri="{C183D7F6-B498-43B3-948B-1728B52AA6E4}">
                <adec:decorative xmlns:adec="http://schemas.microsoft.com/office/drawing/2017/decorative" val="1"/>
              </a:ext>
            </a:extLst>
          </p:cNvPr>
          <p:cNvCxnSpPr>
            <a:cxnSpLocks/>
          </p:cNvCxnSpPr>
          <p:nvPr userDrawn="1"/>
        </p:nvCxnSpPr>
        <p:spPr>
          <a:xfrm flipV="1">
            <a:off x="9372495" y="561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067D80A1-B7E7-2F80-975E-2E87C591BB67}"/>
              </a:ext>
            </a:extLst>
          </p:cNvPr>
          <p:cNvSpPr/>
          <p:nvPr userDrawn="1"/>
        </p:nvSpPr>
        <p:spPr>
          <a:xfrm>
            <a:off x="7760541" y="1"/>
            <a:ext cx="1611954" cy="6857999"/>
          </a:xfrm>
          <a:prstGeom prst="rect">
            <a:avLst/>
          </a:prstGeom>
          <a:solidFill>
            <a:schemeClr val="accent3">
              <a:alpha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1" name="Straight Connector 30">
            <a:extLst>
              <a:ext uri="{FF2B5EF4-FFF2-40B4-BE49-F238E27FC236}">
                <a16:creationId xmlns:a16="http://schemas.microsoft.com/office/drawing/2014/main" id="{BE88F6AB-6890-F7DE-7C01-CE237F778605}"/>
              </a:ext>
              <a:ext uri="{C183D7F6-B498-43B3-948B-1728B52AA6E4}">
                <adec:decorative xmlns:adec="http://schemas.microsoft.com/office/drawing/2017/decorative" val="1"/>
              </a:ext>
            </a:extLst>
          </p:cNvPr>
          <p:cNvCxnSpPr>
            <a:cxnSpLocks/>
          </p:cNvCxnSpPr>
          <p:nvPr userDrawn="1"/>
        </p:nvCxnSpPr>
        <p:spPr>
          <a:xfrm flipV="1">
            <a:off x="9481352"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5F6575E3-45E3-206E-9037-D8FD562B722A}"/>
              </a:ext>
              <a:ext uri="{C183D7F6-B498-43B3-948B-1728B52AA6E4}">
                <adec:decorative xmlns:adec="http://schemas.microsoft.com/office/drawing/2017/decorative" val="1"/>
              </a:ext>
            </a:extLst>
          </p:cNvPr>
          <p:cNvCxnSpPr>
            <a:cxnSpLocks/>
          </p:cNvCxnSpPr>
          <p:nvPr userDrawn="1"/>
        </p:nvCxnSpPr>
        <p:spPr>
          <a:xfrm flipV="1">
            <a:off x="7760541"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9BE4BC31-600E-ECD3-1E7F-FE4F6F720A6A}"/>
              </a:ext>
              <a:ext uri="{C183D7F6-B498-43B3-948B-1728B52AA6E4}">
                <adec:decorative xmlns:adec="http://schemas.microsoft.com/office/drawing/2017/decorative" val="1"/>
              </a:ext>
            </a:extLst>
          </p:cNvPr>
          <p:cNvCxnSpPr>
            <a:cxnSpLocks/>
          </p:cNvCxnSpPr>
          <p:nvPr userDrawn="1"/>
        </p:nvCxnSpPr>
        <p:spPr>
          <a:xfrm flipV="1">
            <a:off x="7644933"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pic>
        <p:nvPicPr>
          <p:cNvPr id="34" name="Graphic 33">
            <a:extLst>
              <a:ext uri="{FF2B5EF4-FFF2-40B4-BE49-F238E27FC236}">
                <a16:creationId xmlns:a16="http://schemas.microsoft.com/office/drawing/2014/main" id="{3F8CA839-B327-1ECD-C35D-02164F5BBDC9}"/>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31706" t="12194" r="49126" b="12256"/>
          <a:stretch/>
        </p:blipFill>
        <p:spPr>
          <a:xfrm>
            <a:off x="9884229" y="-5609"/>
            <a:ext cx="1611955" cy="6863608"/>
          </a:xfrm>
          <a:prstGeom prst="rect">
            <a:avLst/>
          </a:prstGeom>
        </p:spPr>
      </p:pic>
      <p:pic>
        <p:nvPicPr>
          <p:cNvPr id="35" name="Graphic 34">
            <a:extLst>
              <a:ext uri="{FF2B5EF4-FFF2-40B4-BE49-F238E27FC236}">
                <a16:creationId xmlns:a16="http://schemas.microsoft.com/office/drawing/2014/main" id="{E1A97957-D274-4D24-1862-D53BF72826C9}"/>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0790" t="12194" r="70042" b="12256"/>
          <a:stretch/>
        </p:blipFill>
        <p:spPr>
          <a:xfrm>
            <a:off x="7753789" y="5610"/>
            <a:ext cx="1611955" cy="6863608"/>
          </a:xfrm>
          <a:prstGeom prst="rect">
            <a:avLst/>
          </a:prstGeom>
        </p:spPr>
      </p:pic>
    </p:spTree>
    <p:extLst>
      <p:ext uri="{BB962C8B-B14F-4D97-AF65-F5344CB8AC3E}">
        <p14:creationId xmlns:p14="http://schemas.microsoft.com/office/powerpoint/2010/main" val="33433460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4F9E0CFE-F27B-4D50-AA2F-7146CA90E1F0}"/>
              </a:ext>
              <a:ext uri="{C183D7F6-B498-43B3-948B-1728B52AA6E4}">
                <adec:decorative xmlns:adec="http://schemas.microsoft.com/office/drawing/2017/decorative" val="1"/>
              </a:ext>
            </a:extLst>
          </p:cNvPr>
          <p:cNvSpPr/>
          <p:nvPr userDrawn="1"/>
        </p:nvSpPr>
        <p:spPr>
          <a:xfrm>
            <a:off x="3048" y="2138289"/>
            <a:ext cx="12188952" cy="4033912"/>
          </a:xfrm>
          <a:prstGeom prst="rect">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1" name="Graphic 20">
            <a:extLst>
              <a:ext uri="{FF2B5EF4-FFF2-40B4-BE49-F238E27FC236}">
                <a16:creationId xmlns:a16="http://schemas.microsoft.com/office/drawing/2014/main" id="{2C488A36-B0CB-7B46-C2A6-BA57D39EC479}"/>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27860" r="37853" b="27738"/>
          <a:stretch/>
        </p:blipFill>
        <p:spPr>
          <a:xfrm>
            <a:off x="6962087" y="2143124"/>
            <a:ext cx="5226865" cy="4033839"/>
          </a:xfrm>
          <a:prstGeom prst="rect">
            <a:avLst/>
          </a:prstGeom>
        </p:spPr>
      </p:pic>
      <p:sp>
        <p:nvSpPr>
          <p:cNvPr id="16" name="Title 1">
            <a:extLst>
              <a:ext uri="{FF2B5EF4-FFF2-40B4-BE49-F238E27FC236}">
                <a16:creationId xmlns:a16="http://schemas.microsoft.com/office/drawing/2014/main" id="{A8614BA2-9387-F1B5-B7DB-B34DAE90FEDE}"/>
              </a:ext>
            </a:extLst>
          </p:cNvPr>
          <p:cNvSpPr>
            <a:spLocks noGrp="1"/>
          </p:cNvSpPr>
          <p:nvPr>
            <p:ph type="title" hasCustomPrompt="1"/>
          </p:nvPr>
        </p:nvSpPr>
        <p:spPr>
          <a:xfrm>
            <a:off x="422177" y="365125"/>
            <a:ext cx="10778937" cy="1325563"/>
          </a:xfrm>
        </p:spPr>
        <p:txBody>
          <a:bodyPr>
            <a:normAutofit/>
          </a:bodyPr>
          <a:lstStyle>
            <a:lvl1pPr>
              <a:defRPr sz="4400"/>
            </a:lvl1pPr>
          </a:lstStyle>
          <a:p>
            <a:r>
              <a:rPr lang="en-US" dirty="0"/>
              <a:t>Click to add title</a:t>
            </a:r>
          </a:p>
        </p:txBody>
      </p:sp>
      <p:sp>
        <p:nvSpPr>
          <p:cNvPr id="12" name="Content Placeholder 2">
            <a:extLst>
              <a:ext uri="{FF2B5EF4-FFF2-40B4-BE49-F238E27FC236}">
                <a16:creationId xmlns:a16="http://schemas.microsoft.com/office/drawing/2014/main" id="{6994EC89-4FAE-445C-A6E8-D55E4A34DE4E}"/>
              </a:ext>
            </a:extLst>
          </p:cNvPr>
          <p:cNvSpPr>
            <a:spLocks noGrp="1"/>
          </p:cNvSpPr>
          <p:nvPr>
            <p:ph idx="1" hasCustomPrompt="1"/>
          </p:nvPr>
        </p:nvSpPr>
        <p:spPr>
          <a:xfrm>
            <a:off x="422899" y="2350108"/>
            <a:ext cx="10778221" cy="3609461"/>
          </a:xfrm>
        </p:spPr>
        <p:txBody>
          <a:bodyPr anchor="ctr" anchorCtr="0">
            <a:normAutofit/>
          </a:bodyPr>
          <a:lstStyle>
            <a:lvl1pPr>
              <a:buNone/>
              <a:defRPr sz="2400"/>
            </a:lvl1pPr>
            <a:lvl2pPr>
              <a:defRPr sz="2400"/>
            </a:lvl2pPr>
            <a:lvl3pPr>
              <a:defRPr sz="2400"/>
            </a:lvl3pPr>
            <a:lvl4pPr>
              <a:defRPr sz="2400"/>
            </a:lvl4pPr>
            <a:lvl5pP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endParaRPr lang="en-US" sz="1800" dirty="0">
              <a:solidFill>
                <a:schemeClr val="tx1"/>
              </a:solidFill>
            </a:endParaRPr>
          </a:p>
        </p:txBody>
      </p:sp>
      <p:cxnSp>
        <p:nvCxnSpPr>
          <p:cNvPr id="14" name="Straight Connector 13">
            <a:extLst>
              <a:ext uri="{FF2B5EF4-FFF2-40B4-BE49-F238E27FC236}">
                <a16:creationId xmlns:a16="http://schemas.microsoft.com/office/drawing/2014/main" id="{09ECF93F-3E86-4C44-BAF1-ADE160CADF49}"/>
              </a:ext>
              <a:ext uri="{C183D7F6-B498-43B3-948B-1728B52AA6E4}">
                <adec:decorative xmlns:adec="http://schemas.microsoft.com/office/drawing/2017/decorative" val="1"/>
              </a:ext>
            </a:extLst>
          </p:cNvPr>
          <p:cNvCxnSpPr>
            <a:cxnSpLocks/>
          </p:cNvCxnSpPr>
          <p:nvPr userDrawn="1"/>
        </p:nvCxnSpPr>
        <p:spPr>
          <a:xfrm flipV="1">
            <a:off x="11496184" y="561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sp>
        <p:nvSpPr>
          <p:cNvPr id="2" name="Slide Number Placeholder 5">
            <a:extLst>
              <a:ext uri="{FF2B5EF4-FFF2-40B4-BE49-F238E27FC236}">
                <a16:creationId xmlns:a16="http://schemas.microsoft.com/office/drawing/2014/main" id="{7A80DA6A-71F3-6286-F60A-EEEC9188718C}"/>
              </a:ext>
            </a:extLst>
          </p:cNvPr>
          <p:cNvSpPr>
            <a:spLocks noGrp="1"/>
          </p:cNvSpPr>
          <p:nvPr>
            <p:ph type="sldNum" sz="quarter" idx="4"/>
          </p:nvPr>
        </p:nvSpPr>
        <p:spPr>
          <a:xfrm>
            <a:off x="11503152" y="0"/>
            <a:ext cx="685800" cy="685800"/>
          </a:xfrm>
          <a:prstGeom prst="rect">
            <a:avLst/>
          </a:prstGeom>
        </p:spPr>
        <p:txBody>
          <a:bodyPr vert="horz" lIns="91440" tIns="45720" rIns="91440" bIns="45720" rtlCol="0" anchor="ctr"/>
          <a:lstStyle>
            <a:lvl1pPr algn="ctr">
              <a:defRPr sz="1200">
                <a:solidFill>
                  <a:schemeClr val="tx2"/>
                </a:solidFill>
              </a:defRPr>
            </a:lvl1pPr>
          </a:lstStyle>
          <a:p>
            <a:fld id="{3A4F6043-7A67-491B-98BC-F933DED7226D}" type="slidenum">
              <a:rPr lang="en-US" smtClean="0"/>
              <a:pPr/>
              <a:t>‹#›</a:t>
            </a:fld>
            <a:endParaRPr lang="en-US" dirty="0"/>
          </a:p>
        </p:txBody>
      </p:sp>
      <p:cxnSp>
        <p:nvCxnSpPr>
          <p:cNvPr id="3" name="Straight Connector 2">
            <a:extLst>
              <a:ext uri="{FF2B5EF4-FFF2-40B4-BE49-F238E27FC236}">
                <a16:creationId xmlns:a16="http://schemas.microsoft.com/office/drawing/2014/main" id="{75F98B46-5DFC-3487-EB05-148905CA6507}"/>
              </a:ext>
              <a:ext uri="{C183D7F6-B498-43B3-948B-1728B52AA6E4}">
                <adec:decorative xmlns:adec="http://schemas.microsoft.com/office/drawing/2017/decorative" val="1"/>
              </a:ext>
            </a:extLst>
          </p:cNvPr>
          <p:cNvCxnSpPr>
            <a:cxnSpLocks/>
          </p:cNvCxnSpPr>
          <p:nvPr userDrawn="1"/>
        </p:nvCxnSpPr>
        <p:spPr>
          <a:xfrm>
            <a:off x="0" y="2138288"/>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5D768F8E-3DFF-8D92-E3CF-5AE5F6DA5422}"/>
              </a:ext>
              <a:ext uri="{C183D7F6-B498-43B3-948B-1728B52AA6E4}">
                <adec:decorative xmlns:adec="http://schemas.microsoft.com/office/drawing/2017/decorative" val="1"/>
              </a:ext>
            </a:extLst>
          </p:cNvPr>
          <p:cNvCxnSpPr>
            <a:cxnSpLocks/>
          </p:cNvCxnSpPr>
          <p:nvPr userDrawn="1"/>
        </p:nvCxnSpPr>
        <p:spPr>
          <a:xfrm>
            <a:off x="0" y="2045761"/>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2E83A1EA-5EE3-D81A-D135-860F481F6740}"/>
              </a:ext>
              <a:ext uri="{C183D7F6-B498-43B3-948B-1728B52AA6E4}">
                <adec:decorative xmlns:adec="http://schemas.microsoft.com/office/drawing/2017/decorative" val="1"/>
              </a:ext>
            </a:extLst>
          </p:cNvPr>
          <p:cNvCxnSpPr>
            <a:cxnSpLocks/>
          </p:cNvCxnSpPr>
          <p:nvPr userDrawn="1"/>
        </p:nvCxnSpPr>
        <p:spPr>
          <a:xfrm>
            <a:off x="0" y="6264727"/>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44EA58FF-2FB1-3B78-FDCF-E5DC2EFE5D57}"/>
              </a:ext>
              <a:ext uri="{C183D7F6-B498-43B3-948B-1728B52AA6E4}">
                <adec:decorative xmlns:adec="http://schemas.microsoft.com/office/drawing/2017/decorative" val="1"/>
              </a:ext>
            </a:extLst>
          </p:cNvPr>
          <p:cNvCxnSpPr>
            <a:cxnSpLocks/>
          </p:cNvCxnSpPr>
          <p:nvPr userDrawn="1"/>
        </p:nvCxnSpPr>
        <p:spPr>
          <a:xfrm>
            <a:off x="0" y="6172200"/>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4261452"/>
      </p:ext>
    </p:extLst>
  </p:cSld>
  <p:clrMapOvr>
    <a:masterClrMapping/>
  </p:clrMapOvr>
  <p:extLst>
    <p:ext uri="{DCECCB84-F9BA-43D5-87BE-67443E8EF086}">
      <p15:sldGuideLst xmlns:p15="http://schemas.microsoft.com/office/powerpoint/2012/main">
        <p15:guide id="1" orient="horz" pos="1608">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Introduction 1">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E77B93E-437F-D9D6-D3D1-6DE5F025A4CD}"/>
              </a:ext>
              <a:ext uri="{C183D7F6-B498-43B3-948B-1728B52AA6E4}">
                <adec:decorative xmlns:adec="http://schemas.microsoft.com/office/drawing/2017/decorative" val="1"/>
              </a:ext>
            </a:extLst>
          </p:cNvPr>
          <p:cNvSpPr/>
          <p:nvPr userDrawn="1"/>
        </p:nvSpPr>
        <p:spPr>
          <a:xfrm>
            <a:off x="10744200" y="1"/>
            <a:ext cx="751984" cy="6857999"/>
          </a:xfrm>
          <a:prstGeom prst="rect">
            <a:avLst/>
          </a:prstGeom>
          <a:solidFill>
            <a:schemeClr val="accent3">
              <a:alpha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7" name="Graphic 16">
            <a:extLst>
              <a:ext uri="{FF2B5EF4-FFF2-40B4-BE49-F238E27FC236}">
                <a16:creationId xmlns:a16="http://schemas.microsoft.com/office/drawing/2014/main" id="{B74AAE1C-171A-32A3-E6FD-75252CAB8759}"/>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41796" t="12194" r="49125" b="12256"/>
          <a:stretch/>
        </p:blipFill>
        <p:spPr>
          <a:xfrm>
            <a:off x="10732660" y="-5609"/>
            <a:ext cx="763524" cy="6863608"/>
          </a:xfrm>
          <a:prstGeom prst="rect">
            <a:avLst/>
          </a:prstGeom>
        </p:spPr>
      </p:pic>
      <p:sp>
        <p:nvSpPr>
          <p:cNvPr id="13" name="Title 1">
            <a:extLst>
              <a:ext uri="{FF2B5EF4-FFF2-40B4-BE49-F238E27FC236}">
                <a16:creationId xmlns:a16="http://schemas.microsoft.com/office/drawing/2014/main" id="{F581E4B7-6D97-63BF-7E87-5E71F8BD8C58}"/>
              </a:ext>
            </a:extLst>
          </p:cNvPr>
          <p:cNvSpPr>
            <a:spLocks noGrp="1"/>
          </p:cNvSpPr>
          <p:nvPr>
            <p:ph type="title" hasCustomPrompt="1"/>
          </p:nvPr>
        </p:nvSpPr>
        <p:spPr>
          <a:xfrm>
            <a:off x="422178" y="365125"/>
            <a:ext cx="9733538" cy="1325563"/>
          </a:xfrm>
        </p:spPr>
        <p:txBody>
          <a:bodyPr>
            <a:normAutofit/>
          </a:bodyPr>
          <a:lstStyle>
            <a:lvl1pPr>
              <a:defRPr sz="4400"/>
            </a:lvl1pPr>
          </a:lstStyle>
          <a:p>
            <a:r>
              <a:rPr lang="en-US" dirty="0"/>
              <a:t>Click to add title</a:t>
            </a:r>
          </a:p>
        </p:txBody>
      </p:sp>
      <p:sp>
        <p:nvSpPr>
          <p:cNvPr id="9" name="Content Placeholder 2">
            <a:extLst>
              <a:ext uri="{FF2B5EF4-FFF2-40B4-BE49-F238E27FC236}">
                <a16:creationId xmlns:a16="http://schemas.microsoft.com/office/drawing/2014/main" id="{5B630934-DBD2-4535-961F-B198ABA2D05B}"/>
              </a:ext>
            </a:extLst>
          </p:cNvPr>
          <p:cNvSpPr>
            <a:spLocks noGrp="1"/>
          </p:cNvSpPr>
          <p:nvPr>
            <p:ph idx="1" hasCustomPrompt="1"/>
          </p:nvPr>
        </p:nvSpPr>
        <p:spPr>
          <a:xfrm>
            <a:off x="419106" y="2198915"/>
            <a:ext cx="9741183" cy="3345316"/>
          </a:xfrm>
        </p:spPr>
        <p:txBody>
          <a:bodyPr anchor="t" anchorCtr="0">
            <a:normAutofit/>
          </a:bodyPr>
          <a:lstStyle>
            <a:lvl1pPr marL="0" indent="0">
              <a:buNone/>
              <a:defRPr sz="1800" baseline="0"/>
            </a:lvl1pPr>
            <a:lvl2pPr>
              <a:defRPr sz="1800"/>
            </a:lvl2pPr>
            <a:lvl3pPr>
              <a:defRPr sz="1800"/>
            </a:lvl3pPr>
            <a:lvl4pPr>
              <a:defRPr sz="1800"/>
            </a:lvl4pPr>
            <a:lvl5pPr>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endParaRPr lang="en-US" sz="1800" dirty="0">
              <a:solidFill>
                <a:schemeClr val="tx1"/>
              </a:solidFill>
            </a:endParaRPr>
          </a:p>
        </p:txBody>
      </p:sp>
      <p:cxnSp>
        <p:nvCxnSpPr>
          <p:cNvPr id="14" name="Straight Connector 13">
            <a:extLst>
              <a:ext uri="{FF2B5EF4-FFF2-40B4-BE49-F238E27FC236}">
                <a16:creationId xmlns:a16="http://schemas.microsoft.com/office/drawing/2014/main" id="{0020D2A6-7700-487F-AC7E-A5A2C30DC1BF}"/>
              </a:ext>
              <a:ext uri="{C183D7F6-B498-43B3-948B-1728B52AA6E4}">
                <adec:decorative xmlns:adec="http://schemas.microsoft.com/office/drawing/2017/decorative" val="1"/>
              </a:ext>
            </a:extLst>
          </p:cNvPr>
          <p:cNvCxnSpPr>
            <a:cxnSpLocks/>
          </p:cNvCxnSpPr>
          <p:nvPr userDrawn="1"/>
        </p:nvCxnSpPr>
        <p:spPr>
          <a:xfrm flipV="1">
            <a:off x="11496184" y="561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5FC30D6A-6415-42E1-89E9-EF806C3FE339}"/>
              </a:ext>
              <a:ext uri="{C183D7F6-B498-43B3-948B-1728B52AA6E4}">
                <adec:decorative xmlns:adec="http://schemas.microsoft.com/office/drawing/2017/decorative" val="1"/>
              </a:ext>
            </a:extLst>
          </p:cNvPr>
          <p:cNvCxnSpPr>
            <a:cxnSpLocks/>
          </p:cNvCxnSpPr>
          <p:nvPr userDrawn="1"/>
        </p:nvCxnSpPr>
        <p:spPr>
          <a:xfrm>
            <a:off x="1524" y="6172200"/>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sp>
        <p:nvSpPr>
          <p:cNvPr id="4" name="Slide Number Placeholder 5">
            <a:extLst>
              <a:ext uri="{FF2B5EF4-FFF2-40B4-BE49-F238E27FC236}">
                <a16:creationId xmlns:a16="http://schemas.microsoft.com/office/drawing/2014/main" id="{E05DBF26-BAB3-D5FD-5EA7-310263D4CA95}"/>
              </a:ext>
            </a:extLst>
          </p:cNvPr>
          <p:cNvSpPr>
            <a:spLocks noGrp="1"/>
          </p:cNvSpPr>
          <p:nvPr>
            <p:ph type="sldNum" sz="quarter" idx="4"/>
          </p:nvPr>
        </p:nvSpPr>
        <p:spPr>
          <a:xfrm>
            <a:off x="11503152" y="0"/>
            <a:ext cx="685800" cy="685800"/>
          </a:xfrm>
          <a:prstGeom prst="rect">
            <a:avLst/>
          </a:prstGeom>
        </p:spPr>
        <p:txBody>
          <a:bodyPr vert="horz" lIns="91440" tIns="45720" rIns="91440" bIns="45720" rtlCol="0" anchor="ctr"/>
          <a:lstStyle>
            <a:lvl1pPr algn="ctr">
              <a:defRPr sz="1200">
                <a:solidFill>
                  <a:schemeClr val="tx2"/>
                </a:solidFill>
              </a:defRPr>
            </a:lvl1pPr>
          </a:lstStyle>
          <a:p>
            <a:fld id="{3A4F6043-7A67-491B-98BC-F933DED7226D}" type="slidenum">
              <a:rPr lang="en-US" smtClean="0"/>
              <a:pPr/>
              <a:t>‹#›</a:t>
            </a:fld>
            <a:endParaRPr lang="en-US" dirty="0"/>
          </a:p>
        </p:txBody>
      </p:sp>
      <p:cxnSp>
        <p:nvCxnSpPr>
          <p:cNvPr id="3" name="Straight Connector 2">
            <a:extLst>
              <a:ext uri="{FF2B5EF4-FFF2-40B4-BE49-F238E27FC236}">
                <a16:creationId xmlns:a16="http://schemas.microsoft.com/office/drawing/2014/main" id="{6940584B-2A03-52F7-B667-9CD1A2BD7857}"/>
              </a:ext>
              <a:ext uri="{C183D7F6-B498-43B3-948B-1728B52AA6E4}">
                <adec:decorative xmlns:adec="http://schemas.microsoft.com/office/drawing/2017/decorative" val="1"/>
              </a:ext>
            </a:extLst>
          </p:cNvPr>
          <p:cNvCxnSpPr>
            <a:cxnSpLocks/>
          </p:cNvCxnSpPr>
          <p:nvPr userDrawn="1"/>
        </p:nvCxnSpPr>
        <p:spPr>
          <a:xfrm flipV="1">
            <a:off x="11605041"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A3C0872-DC48-53B1-8569-7A913D92D8D1}"/>
              </a:ext>
              <a:ext uri="{C183D7F6-B498-43B3-948B-1728B52AA6E4}">
                <adec:decorative xmlns:adec="http://schemas.microsoft.com/office/drawing/2017/decorative" val="1"/>
              </a:ext>
            </a:extLst>
          </p:cNvPr>
          <p:cNvCxnSpPr>
            <a:cxnSpLocks/>
          </p:cNvCxnSpPr>
          <p:nvPr userDrawn="1"/>
        </p:nvCxnSpPr>
        <p:spPr>
          <a:xfrm flipV="1">
            <a:off x="10744200"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635D700-0F05-E0E7-FB42-2FC890C26C08}"/>
              </a:ext>
              <a:ext uri="{C183D7F6-B498-43B3-948B-1728B52AA6E4}">
                <adec:decorative xmlns:adec="http://schemas.microsoft.com/office/drawing/2017/decorative" val="1"/>
              </a:ext>
            </a:extLst>
          </p:cNvPr>
          <p:cNvCxnSpPr>
            <a:cxnSpLocks/>
          </p:cNvCxnSpPr>
          <p:nvPr userDrawn="1"/>
        </p:nvCxnSpPr>
        <p:spPr>
          <a:xfrm flipV="1">
            <a:off x="10630770"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5C00B3F-62BE-8535-5239-46279DF1B7E6}"/>
              </a:ext>
              <a:ext uri="{C183D7F6-B498-43B3-948B-1728B52AA6E4}">
                <adec:decorative xmlns:adec="http://schemas.microsoft.com/office/drawing/2017/decorative" val="1"/>
              </a:ext>
            </a:extLst>
          </p:cNvPr>
          <p:cNvCxnSpPr>
            <a:cxnSpLocks/>
          </p:cNvCxnSpPr>
          <p:nvPr userDrawn="1"/>
        </p:nvCxnSpPr>
        <p:spPr>
          <a:xfrm>
            <a:off x="0" y="6052457"/>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044931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Section break 2">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BC2EA47A-F66B-4005-A5A4-458E90C0968A}"/>
              </a:ext>
            </a:extLst>
          </p:cNvPr>
          <p:cNvSpPr>
            <a:spLocks noGrp="1"/>
          </p:cNvSpPr>
          <p:nvPr>
            <p:ph type="ctrTitle" hasCustomPrompt="1"/>
          </p:nvPr>
        </p:nvSpPr>
        <p:spPr>
          <a:xfrm>
            <a:off x="422897" y="576262"/>
            <a:ext cx="5646541" cy="5295371"/>
          </a:xfrm>
        </p:spPr>
        <p:txBody>
          <a:bodyPr anchor="ctr" anchorCtr="0">
            <a:normAutofit/>
          </a:bodyPr>
          <a:lstStyle>
            <a:lvl1pPr>
              <a:defRPr sz="4400"/>
            </a:lvl1pPr>
          </a:lstStyle>
          <a:p>
            <a:pPr algn="l">
              <a:lnSpc>
                <a:spcPts val="5800"/>
              </a:lnSpc>
            </a:pPr>
            <a:r>
              <a:rPr lang="en-US" sz="4800" dirty="0"/>
              <a:t>Click to add title </a:t>
            </a:r>
          </a:p>
        </p:txBody>
      </p:sp>
      <p:sp>
        <p:nvSpPr>
          <p:cNvPr id="2" name="Picture Placeholder 13">
            <a:extLst>
              <a:ext uri="{FF2B5EF4-FFF2-40B4-BE49-F238E27FC236}">
                <a16:creationId xmlns:a16="http://schemas.microsoft.com/office/drawing/2014/main" id="{6379D45C-F78A-E101-CD9D-C98EA6E6C569}"/>
              </a:ext>
            </a:extLst>
          </p:cNvPr>
          <p:cNvSpPr>
            <a:spLocks noGrp="1"/>
          </p:cNvSpPr>
          <p:nvPr>
            <p:ph type="pic" sz="quarter" idx="13"/>
          </p:nvPr>
        </p:nvSpPr>
        <p:spPr>
          <a:xfrm>
            <a:off x="6483095" y="-1"/>
            <a:ext cx="5013087" cy="6857998"/>
          </a:xfrm>
          <a:solidFill>
            <a:schemeClr val="accent3"/>
          </a:solidFill>
        </p:spPr>
        <p:txBody>
          <a:bodyPr>
            <a:normAutofit/>
          </a:bodyPr>
          <a:lstStyle>
            <a:lvl1pPr marL="0" indent="0" algn="ctr">
              <a:buNone/>
              <a:defRPr sz="1800"/>
            </a:lvl1pPr>
          </a:lstStyle>
          <a:p>
            <a:r>
              <a:rPr lang="en-US"/>
              <a:t>Click icon to add picture</a:t>
            </a:r>
            <a:endParaRPr lang="en-US" dirty="0"/>
          </a:p>
        </p:txBody>
      </p:sp>
    </p:spTree>
    <p:extLst>
      <p:ext uri="{BB962C8B-B14F-4D97-AF65-F5344CB8AC3E}">
        <p14:creationId xmlns:p14="http://schemas.microsoft.com/office/powerpoint/2010/main" val="269019798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Section break">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BC2EA47A-F66B-4005-A5A4-458E90C0968A}"/>
              </a:ext>
            </a:extLst>
          </p:cNvPr>
          <p:cNvSpPr>
            <a:spLocks noGrp="1"/>
          </p:cNvSpPr>
          <p:nvPr>
            <p:ph type="ctrTitle" hasCustomPrompt="1"/>
          </p:nvPr>
        </p:nvSpPr>
        <p:spPr>
          <a:xfrm>
            <a:off x="422897" y="576263"/>
            <a:ext cx="5646541" cy="3304494"/>
          </a:xfrm>
        </p:spPr>
        <p:txBody>
          <a:bodyPr anchor="b" anchorCtr="0">
            <a:normAutofit/>
          </a:bodyPr>
          <a:lstStyle>
            <a:lvl1pPr>
              <a:defRPr sz="4400"/>
            </a:lvl1pPr>
          </a:lstStyle>
          <a:p>
            <a:pPr algn="l">
              <a:lnSpc>
                <a:spcPts val="5800"/>
              </a:lnSpc>
            </a:pPr>
            <a:r>
              <a:rPr lang="en-US" sz="4800" dirty="0"/>
              <a:t>Click to add title </a:t>
            </a:r>
          </a:p>
        </p:txBody>
      </p:sp>
      <p:sp>
        <p:nvSpPr>
          <p:cNvPr id="4" name="Rectangle 3">
            <a:extLst>
              <a:ext uri="{FF2B5EF4-FFF2-40B4-BE49-F238E27FC236}">
                <a16:creationId xmlns:a16="http://schemas.microsoft.com/office/drawing/2014/main" id="{39415B1A-CA14-E219-0C7F-0B38B168475A}"/>
              </a:ext>
              <a:ext uri="{C183D7F6-B498-43B3-948B-1728B52AA6E4}">
                <adec:decorative xmlns:adec="http://schemas.microsoft.com/office/drawing/2017/decorative" val="1"/>
              </a:ext>
            </a:extLst>
          </p:cNvPr>
          <p:cNvSpPr/>
          <p:nvPr userDrawn="1"/>
        </p:nvSpPr>
        <p:spPr>
          <a:xfrm>
            <a:off x="6483096" y="1"/>
            <a:ext cx="5013088" cy="6857999"/>
          </a:xfrm>
          <a:prstGeom prst="rect">
            <a:avLst/>
          </a:prstGeom>
          <a:solidFill>
            <a:schemeClr val="accent3">
              <a:alpha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 name="Straight Connector 7">
            <a:extLst>
              <a:ext uri="{FF2B5EF4-FFF2-40B4-BE49-F238E27FC236}">
                <a16:creationId xmlns:a16="http://schemas.microsoft.com/office/drawing/2014/main" id="{92BA35BB-6689-91C0-7D75-944092B3CDB5}"/>
              </a:ext>
              <a:ext uri="{C183D7F6-B498-43B3-948B-1728B52AA6E4}">
                <adec:decorative xmlns:adec="http://schemas.microsoft.com/office/drawing/2017/decorative" val="1"/>
              </a:ext>
            </a:extLst>
          </p:cNvPr>
          <p:cNvCxnSpPr>
            <a:cxnSpLocks/>
          </p:cNvCxnSpPr>
          <p:nvPr userDrawn="1"/>
        </p:nvCxnSpPr>
        <p:spPr>
          <a:xfrm flipV="1">
            <a:off x="11605041"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171949B5-8206-3159-8E9E-E95F2A9AA4EA}"/>
              </a:ext>
              <a:ext uri="{C183D7F6-B498-43B3-948B-1728B52AA6E4}">
                <adec:decorative xmlns:adec="http://schemas.microsoft.com/office/drawing/2017/decorative" val="1"/>
              </a:ext>
            </a:extLst>
          </p:cNvPr>
          <p:cNvCxnSpPr>
            <a:cxnSpLocks/>
          </p:cNvCxnSpPr>
          <p:nvPr userDrawn="1"/>
        </p:nvCxnSpPr>
        <p:spPr>
          <a:xfrm flipV="1">
            <a:off x="6483096"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B997BFBC-DA17-6BEB-A937-333E9504DD6D}"/>
              </a:ext>
              <a:ext uri="{C183D7F6-B498-43B3-948B-1728B52AA6E4}">
                <adec:decorative xmlns:adec="http://schemas.microsoft.com/office/drawing/2017/decorative" val="1"/>
              </a:ext>
            </a:extLst>
          </p:cNvPr>
          <p:cNvCxnSpPr>
            <a:cxnSpLocks/>
          </p:cNvCxnSpPr>
          <p:nvPr userDrawn="1"/>
        </p:nvCxnSpPr>
        <p:spPr>
          <a:xfrm flipV="1">
            <a:off x="6363569"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sp>
        <p:nvSpPr>
          <p:cNvPr id="15" name="Text Placeholder 14">
            <a:extLst>
              <a:ext uri="{FF2B5EF4-FFF2-40B4-BE49-F238E27FC236}">
                <a16:creationId xmlns:a16="http://schemas.microsoft.com/office/drawing/2014/main" id="{DF9A5C70-EFC4-1BAB-285F-B317FAF4744B}"/>
              </a:ext>
            </a:extLst>
          </p:cNvPr>
          <p:cNvSpPr>
            <a:spLocks noGrp="1"/>
          </p:cNvSpPr>
          <p:nvPr>
            <p:ph type="body" sz="quarter" idx="10" hasCustomPrompt="1"/>
          </p:nvPr>
        </p:nvSpPr>
        <p:spPr>
          <a:xfrm>
            <a:off x="422275" y="4148138"/>
            <a:ext cx="5673726" cy="1528762"/>
          </a:xfrm>
        </p:spPr>
        <p:txBody>
          <a:bodyPr/>
          <a:lstStyle>
            <a:lvl1pPr marL="0" indent="0">
              <a:buNone/>
              <a:defRPr/>
            </a:lvl1pPr>
          </a:lstStyle>
          <a:p>
            <a:pPr lvl="0"/>
            <a:r>
              <a:rPr lang="en-US" dirty="0"/>
              <a:t>Click to add subtitle</a:t>
            </a:r>
          </a:p>
        </p:txBody>
      </p:sp>
      <p:pic>
        <p:nvPicPr>
          <p:cNvPr id="16" name="Graphic 15">
            <a:extLst>
              <a:ext uri="{FF2B5EF4-FFF2-40B4-BE49-F238E27FC236}">
                <a16:creationId xmlns:a16="http://schemas.microsoft.com/office/drawing/2014/main" id="{C073F905-5A3E-F9EB-B095-7A3A17C1ED33}"/>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2249" t="13424" r="28018" b="11087"/>
          <a:stretch/>
        </p:blipFill>
        <p:spPr>
          <a:xfrm>
            <a:off x="6472427" y="0"/>
            <a:ext cx="5023757" cy="6858000"/>
          </a:xfrm>
          <a:prstGeom prst="rect">
            <a:avLst/>
          </a:prstGeom>
        </p:spPr>
      </p:pic>
    </p:spTree>
    <p:extLst>
      <p:ext uri="{BB962C8B-B14F-4D97-AF65-F5344CB8AC3E}">
        <p14:creationId xmlns:p14="http://schemas.microsoft.com/office/powerpoint/2010/main" val="22238755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0817CE0-56D2-AF3A-2341-7BBF5A28722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3FEAB24-909B-A6F7-54DC-5C36F4619EF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036ED22-FBEC-0531-3CBE-012F74B6576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CC348CA-DC73-4E1A-AF0E-8B07B8526106}" type="datetimeFigureOut">
              <a:rPr lang="en-US" smtClean="0"/>
              <a:t>2/11/2026</a:t>
            </a:fld>
            <a:endParaRPr lang="en-US"/>
          </a:p>
        </p:txBody>
      </p:sp>
      <p:sp>
        <p:nvSpPr>
          <p:cNvPr id="5" name="Footer Placeholder 4">
            <a:extLst>
              <a:ext uri="{FF2B5EF4-FFF2-40B4-BE49-F238E27FC236}">
                <a16:creationId xmlns:a16="http://schemas.microsoft.com/office/drawing/2014/main" id="{A9EFA72E-9247-5C4E-B8DB-750DAC1C92C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0111763-F284-1BD1-8563-B70E5D4236D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06355C9-20C5-426A-B0E0-2A2CE6D71C57}" type="slidenum">
              <a:rPr lang="en-US" smtClean="0"/>
              <a:t>‹#›</a:t>
            </a:fld>
            <a:endParaRPr lang="en-US"/>
          </a:p>
        </p:txBody>
      </p:sp>
    </p:spTree>
    <p:extLst>
      <p:ext uri="{BB962C8B-B14F-4D97-AF65-F5344CB8AC3E}">
        <p14:creationId xmlns:p14="http://schemas.microsoft.com/office/powerpoint/2010/main" val="17041491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3" Type="http://schemas.openxmlformats.org/officeDocument/2006/relationships/hyperlink" Target="https://www.geeksforgeeks.org/operating-systems/process-in-operating-system/" TargetMode="External"/><Relationship Id="rId2" Type="http://schemas.openxmlformats.org/officeDocument/2006/relationships/notesSlide" Target="../notesSlides/notesSlide6.xml"/><Relationship Id="rId1" Type="http://schemas.openxmlformats.org/officeDocument/2006/relationships/slideLayout" Target="../slideLayouts/slideLayout16.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hyperlink" Target="https://www.geeksforgeeks.org/computer-science-fundamentals/primary-memory/" TargetMode="External"/><Relationship Id="rId2" Type="http://schemas.openxmlformats.org/officeDocument/2006/relationships/notesSlide" Target="../notesSlides/notesSlide7.xml"/><Relationship Id="rId1" Type="http://schemas.openxmlformats.org/officeDocument/2006/relationships/slideLayout" Target="../slideLayouts/slideLayout16.xml"/><Relationship Id="rId5" Type="http://schemas.openxmlformats.org/officeDocument/2006/relationships/image" Target="../media/image6.png"/><Relationship Id="rId4" Type="http://schemas.openxmlformats.org/officeDocument/2006/relationships/hyperlink" Target="https://www.geeksforgeeks.org/computer-science-fundamentals/secondary-memory/"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3" Type="http://schemas.openxmlformats.org/officeDocument/2006/relationships/hyperlink" Target="https://www.geeksforgeeks.org/operating-systems/spooling-in-operating-system/" TargetMode="External"/><Relationship Id="rId2" Type="http://schemas.openxmlformats.org/officeDocument/2006/relationships/notesSlide" Target="../notesSlides/notesSlide9.xml"/><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3" Type="http://schemas.openxmlformats.org/officeDocument/2006/relationships/hyperlink" Target="https://www.geeksforgeeks.org/operating-systems/operating-system-security/" TargetMode="External"/><Relationship Id="rId2" Type="http://schemas.openxmlformats.org/officeDocument/2006/relationships/notesSlide" Target="../notesSlides/notesSlide10.xml"/><Relationship Id="rId1" Type="http://schemas.openxmlformats.org/officeDocument/2006/relationships/slideLayout" Target="../slideLayouts/slideLayout16.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3" Type="http://schemas.openxmlformats.org/officeDocument/2006/relationships/hyperlink" Target="https://www.google.com/search?q=Networking+and+Coordination&amp;oq=&amp;gs_lcrp=EgZjaHJvbWUqBggCEEUYOzIRCAAQRRg7GEMYsQMYgAQYigUyDAgBEAAYQxiABBiKBTIGCAIQRRg7MgYIAxBFGEAyBggEEEUYPDIGCAUQRRg8MgYIBhBFGDwyBggHEEUYPNIBCDMwNTFqMGo3qAIAsAIA&amp;sourceid=chrome&amp;ie=UTF-8&amp;ved=2ahUKEwi5lo6-yL-SAxWEUGwGHedNOzkQgK4QegYIAQgCEBk" TargetMode="External"/><Relationship Id="rId2" Type="http://schemas.openxmlformats.org/officeDocument/2006/relationships/notesSlide" Target="../notesSlides/notesSlide12.xml"/><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3" Type="http://schemas.openxmlformats.org/officeDocument/2006/relationships/hyperlink" Target="https://www.geeksforgeeks.org/dsa/first-come-first-serve-cpu-scheduling-non-preemptive/" TargetMode="External"/><Relationship Id="rId2" Type="http://schemas.openxmlformats.org/officeDocument/2006/relationships/notesSlide" Target="../notesSlides/notesSlide14.xml"/><Relationship Id="rId1" Type="http://schemas.openxmlformats.org/officeDocument/2006/relationships/slideLayout" Target="../slideLayouts/slideLayout15.xml"/><Relationship Id="rId5" Type="http://schemas.openxmlformats.org/officeDocument/2006/relationships/hyperlink" Target="https://www.geeksforgeeks.org/linux-unix/device-drivers-in-linux/" TargetMode="External"/><Relationship Id="rId4" Type="http://schemas.openxmlformats.org/officeDocument/2006/relationships/hyperlink" Target="https://www.geeksforgeeks.org/operating-systems/sjf-full-form/" TargetMode="External"/></Relationships>
</file>

<file path=ppt/slides/_rels/slide15.xml.rels><?xml version="1.0" encoding="UTF-8" standalone="yes"?>
<Relationships xmlns="http://schemas.openxmlformats.org/package/2006/relationships"><Relationship Id="rId3" Type="http://schemas.openxmlformats.org/officeDocument/2006/relationships/hyperlink" Target="https://www.geeksforgeeks.org/operating-systems/what-is-a-floppy-disk/" TargetMode="External"/><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3" Type="http://schemas.openxmlformats.org/officeDocument/2006/relationships/hyperlink" Target="https://www.geeksforgeeks.org/ethical-hacking/what-is-a-computer-virus/" TargetMode="External"/><Relationship Id="rId2" Type="http://schemas.openxmlformats.org/officeDocument/2006/relationships/notesSlide" Target="../notesSlides/notesSlide16.xml"/><Relationship Id="rId1" Type="http://schemas.openxmlformats.org/officeDocument/2006/relationships/slideLayout" Target="../slideLayouts/slideLayout15.xml"/><Relationship Id="rId4" Type="http://schemas.openxmlformats.org/officeDocument/2006/relationships/hyperlink" Target="https://www.geeksforgeeks.org/computer-networks/introduction-of-firewall-in-computer-network/" TargetMode="External"/></Relationships>
</file>

<file path=ppt/slides/_rels/slide17.xml.rels><?xml version="1.0" encoding="UTF-8" standalone="yes"?>
<Relationships xmlns="http://schemas.openxmlformats.org/package/2006/relationships"><Relationship Id="rId3" Type="http://schemas.openxmlformats.org/officeDocument/2006/relationships/hyperlink" Target="https://www.geeksforgeeks.org/operating-systems/cpu-scheduling-in-operating-systems/" TargetMode="External"/><Relationship Id="rId2" Type="http://schemas.openxmlformats.org/officeDocument/2006/relationships/notesSlide" Target="../notesSlides/notesSlide17.xml"/><Relationship Id="rId1" Type="http://schemas.openxmlformats.org/officeDocument/2006/relationships/slideLayout" Target="../slideLayouts/slideLayout15.xml"/><Relationship Id="rId5" Type="http://schemas.openxmlformats.org/officeDocument/2006/relationships/hyperlink" Target="https://www.geeksforgeeks.org/linux-unix/linux-operating-system-cli-command-line-interface-and-gui-graphic-user-interface/" TargetMode="External"/><Relationship Id="rId4" Type="http://schemas.openxmlformats.org/officeDocument/2006/relationships/hyperlink" Target="https://www.geeksforgeeks.org/operating-systems/memory-management-in-operating-system/" TargetMode="External"/></Relationships>
</file>

<file path=ppt/slides/_rels/slide18.xml.rels><?xml version="1.0" encoding="UTF-8" standalone="yes"?>
<Relationships xmlns="http://schemas.openxmlformats.org/package/2006/relationships"><Relationship Id="rId3" Type="http://schemas.openxmlformats.org/officeDocument/2006/relationships/hyperlink" Target="https://www.geeksforgeeks.org/computer-organization-architecture/difference-between-cpu-and-gpu/" TargetMode="External"/><Relationship Id="rId2" Type="http://schemas.openxmlformats.org/officeDocument/2006/relationships/notesSlide" Target="../notesSlides/notesSlide18.xml"/><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0.xml"/><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3.xml"/><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3" Type="http://schemas.openxmlformats.org/officeDocument/2006/relationships/hyperlink" Target="https://www.geeksforgeeks.org/operating-systems/operating-systems/" TargetMode="External"/><Relationship Id="rId2" Type="http://schemas.openxmlformats.org/officeDocument/2006/relationships/notesSlide" Target="../notesSlides/notesSlide26.xml"/><Relationship Id="rId1" Type="http://schemas.openxmlformats.org/officeDocument/2006/relationships/slideLayout" Target="../slideLayouts/slideLayout15.xml"/><Relationship Id="rId4" Type="http://schemas.openxmlformats.org/officeDocument/2006/relationships/image" Target="../media/image12.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8.xml"/><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9.xml"/><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3" Type="http://schemas.openxmlformats.org/officeDocument/2006/relationships/hyperlink" Target="https://www.geeksforgeeks.org/operating-systems/microkernel-in-operating-systems/" TargetMode="External"/><Relationship Id="rId2" Type="http://schemas.openxmlformats.org/officeDocument/2006/relationships/notesSlide" Target="../notesSlides/notesSlide30.xml"/><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1.xml"/><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02107B0-826E-4E2E-390A-A0CBF1F860F6}"/>
              </a:ext>
            </a:extLst>
          </p:cNvPr>
          <p:cNvSpPr>
            <a:spLocks noGrp="1"/>
          </p:cNvSpPr>
          <p:nvPr>
            <p:ph type="title"/>
          </p:nvPr>
        </p:nvSpPr>
        <p:spPr/>
        <p:txBody>
          <a:bodyPr/>
          <a:lstStyle/>
          <a:p>
            <a:r>
              <a:rPr lang="en-US" sz="6600" dirty="0"/>
              <a:t>Operating System </a:t>
            </a:r>
            <a:br>
              <a:rPr lang="en-US" sz="6600" dirty="0"/>
            </a:br>
            <a:r>
              <a:rPr lang="en-US" sz="2800" dirty="0"/>
              <a:t>Monika Dhiman </a:t>
            </a:r>
            <a:br>
              <a:rPr lang="en-US" sz="2800" dirty="0"/>
            </a:br>
            <a:r>
              <a:rPr lang="en-US" sz="2800" dirty="0"/>
              <a:t>Assistant Professor, PIET</a:t>
            </a:r>
            <a:endParaRPr lang="en-US" sz="6600" dirty="0"/>
          </a:p>
        </p:txBody>
      </p:sp>
    </p:spTree>
    <p:extLst>
      <p:ext uri="{BB962C8B-B14F-4D97-AF65-F5344CB8AC3E}">
        <p14:creationId xmlns:p14="http://schemas.microsoft.com/office/powerpoint/2010/main" val="38858108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2A3A0-D9E8-1FE4-52AA-B302A701A7C0}"/>
            </a:ext>
          </a:extLst>
        </p:cNvPr>
        <p:cNvGrpSpPr/>
        <p:nvPr/>
      </p:nvGrpSpPr>
      <p:grpSpPr>
        <a:xfrm>
          <a:off x="0" y="0"/>
          <a:ext cx="0" cy="0"/>
          <a:chOff x="0" y="0"/>
          <a:chExt cx="0" cy="0"/>
        </a:xfrm>
      </p:grpSpPr>
      <p:sp>
        <p:nvSpPr>
          <p:cNvPr id="2" name="Content Placeholder 2">
            <a:extLst>
              <a:ext uri="{FF2B5EF4-FFF2-40B4-BE49-F238E27FC236}">
                <a16:creationId xmlns:a16="http://schemas.microsoft.com/office/drawing/2014/main" id="{F9AF7D75-5892-6FF9-03D2-118BB5A0C36F}"/>
              </a:ext>
            </a:extLst>
          </p:cNvPr>
          <p:cNvSpPr>
            <a:spLocks noGrp="1"/>
          </p:cNvSpPr>
          <p:nvPr>
            <p:ph idx="1"/>
          </p:nvPr>
        </p:nvSpPr>
        <p:spPr>
          <a:xfrm>
            <a:off x="263236" y="152400"/>
            <a:ext cx="7315200" cy="6705600"/>
          </a:xfrm>
        </p:spPr>
        <p:txBody>
          <a:bodyPr>
            <a:normAutofit lnSpcReduction="10000"/>
          </a:bodyPr>
          <a:lstStyle/>
          <a:p>
            <a:pPr algn="ctr" fontAlgn="base"/>
            <a:r>
              <a:rPr lang="en-US" sz="3200" b="1" u="sng" dirty="0">
                <a:solidFill>
                  <a:schemeClr val="accent5">
                    <a:lumMod val="75000"/>
                  </a:schemeClr>
                </a:solidFill>
              </a:rPr>
              <a:t>Unit-1</a:t>
            </a:r>
            <a:br>
              <a:rPr lang="en-US" sz="2800" b="1" dirty="0">
                <a:solidFill>
                  <a:schemeClr val="accent5">
                    <a:lumMod val="75000"/>
                  </a:schemeClr>
                </a:solidFill>
              </a:rPr>
            </a:br>
            <a:r>
              <a:rPr lang="en-US" sz="2800" b="1" dirty="0">
                <a:solidFill>
                  <a:schemeClr val="accent5">
                    <a:lumMod val="75000"/>
                  </a:schemeClr>
                </a:solidFill>
              </a:rPr>
              <a:t>Introduction to operating system: </a:t>
            </a:r>
            <a:br>
              <a:rPr lang="en-US" sz="2400" dirty="0"/>
            </a:br>
            <a:r>
              <a:rPr lang="en-US" sz="2400" dirty="0"/>
              <a:t>Definition,</a:t>
            </a:r>
            <a:br>
              <a:rPr lang="en-US" sz="2400" dirty="0"/>
            </a:br>
            <a:r>
              <a:rPr lang="en-US" sz="2400" dirty="0"/>
              <a:t> Functions &amp; characteristics,</a:t>
            </a:r>
            <a:br>
              <a:rPr lang="en-US" sz="2400" dirty="0"/>
            </a:br>
            <a:r>
              <a:rPr lang="en-US" sz="2400" dirty="0"/>
              <a:t> Operating system services,</a:t>
            </a:r>
            <a:br>
              <a:rPr lang="en-US" sz="2400" dirty="0"/>
            </a:br>
            <a:r>
              <a:rPr lang="en-US" sz="2400" dirty="0"/>
              <a:t> Operating system architecture,</a:t>
            </a:r>
            <a:br>
              <a:rPr lang="en-US" sz="2400" dirty="0"/>
            </a:br>
            <a:br>
              <a:rPr lang="en-US" sz="2400" dirty="0"/>
            </a:br>
            <a:r>
              <a:rPr lang="en-US" sz="2800" b="1" dirty="0">
                <a:solidFill>
                  <a:schemeClr val="accent5">
                    <a:lumMod val="75000"/>
                  </a:schemeClr>
                </a:solidFill>
              </a:rPr>
              <a:t>Types of operating system: </a:t>
            </a:r>
            <a:r>
              <a:rPr lang="en-US" sz="2400" dirty="0">
                <a:solidFill>
                  <a:schemeClr val="tx1"/>
                </a:solidFill>
              </a:rPr>
              <a:t>Batch</a:t>
            </a:r>
            <a:r>
              <a:rPr lang="en-US" sz="2400" dirty="0"/>
              <a:t>, Multiprogramming,</a:t>
            </a:r>
            <a:br>
              <a:rPr lang="en-US" sz="2400" dirty="0"/>
            </a:br>
            <a:r>
              <a:rPr lang="en-US" sz="2400" dirty="0"/>
              <a:t> Multiprocessing,</a:t>
            </a:r>
            <a:br>
              <a:rPr lang="en-US" sz="2400" dirty="0"/>
            </a:br>
            <a:r>
              <a:rPr lang="en-US" sz="2400" dirty="0"/>
              <a:t> Time sharing,</a:t>
            </a:r>
            <a:br>
              <a:rPr lang="en-US" sz="2400" dirty="0"/>
            </a:br>
            <a:r>
              <a:rPr lang="en-US" sz="2400" dirty="0"/>
              <a:t> Real time, </a:t>
            </a:r>
            <a:br>
              <a:rPr lang="en-US" sz="2400" dirty="0"/>
            </a:br>
            <a:r>
              <a:rPr lang="en-US" sz="2400" dirty="0"/>
              <a:t>Distributed, </a:t>
            </a:r>
            <a:br>
              <a:rPr lang="en-US" sz="2400" dirty="0"/>
            </a:br>
            <a:r>
              <a:rPr lang="en-US" sz="2400" dirty="0"/>
              <a:t>System programs and System calls.</a:t>
            </a:r>
            <a:br>
              <a:rPr lang="en-US" sz="2400" dirty="0"/>
            </a:br>
            <a:br>
              <a:rPr lang="en-US" sz="2400" dirty="0"/>
            </a:br>
            <a:r>
              <a:rPr lang="en-US" sz="2800" b="1" dirty="0">
                <a:solidFill>
                  <a:schemeClr val="accent5">
                    <a:lumMod val="75000"/>
                  </a:schemeClr>
                </a:solidFill>
              </a:rPr>
              <a:t>Process</a:t>
            </a:r>
            <a:r>
              <a:rPr lang="en-US" sz="2400" dirty="0"/>
              <a:t>: Definition, Process states,</a:t>
            </a:r>
            <a:br>
              <a:rPr lang="en-US" sz="2400" dirty="0"/>
            </a:br>
            <a:r>
              <a:rPr lang="en-US" sz="2400" dirty="0"/>
              <a:t> Process control block, </a:t>
            </a:r>
            <a:br>
              <a:rPr lang="en-US" sz="2400" dirty="0"/>
            </a:br>
            <a:r>
              <a:rPr lang="en-US" sz="2400" dirty="0"/>
              <a:t>Operations on processes, </a:t>
            </a:r>
            <a:br>
              <a:rPr lang="en-US" sz="2400" dirty="0"/>
            </a:br>
            <a:r>
              <a:rPr lang="en-US" sz="2400" dirty="0"/>
              <a:t>Inter process communication,</a:t>
            </a:r>
            <a:br>
              <a:rPr lang="en-US" sz="2400" dirty="0"/>
            </a:br>
            <a:r>
              <a:rPr lang="en-US" sz="2400" dirty="0"/>
              <a:t> Threading and Multithreading.</a:t>
            </a:r>
            <a:endParaRPr lang="en-US" sz="2400" dirty="0">
              <a:solidFill>
                <a:srgbClr val="273239"/>
              </a:solidFill>
              <a:latin typeface="Nunito" pitchFamily="2" charset="0"/>
            </a:endParaRPr>
          </a:p>
          <a:p>
            <a:pPr algn="l" fontAlgn="base"/>
            <a:endParaRPr lang="en-US" sz="2400" b="0" i="0" dirty="0">
              <a:solidFill>
                <a:srgbClr val="273239"/>
              </a:solidFill>
              <a:effectLst/>
              <a:latin typeface="Nunito" pitchFamily="2" charset="0"/>
            </a:endParaRPr>
          </a:p>
          <a:p>
            <a:pPr algn="l" fontAlgn="base">
              <a:buFont typeface="Arial" panose="020B0604020202020204" pitchFamily="34" charset="0"/>
              <a:buChar char="•"/>
            </a:pPr>
            <a:endParaRPr lang="en-US" dirty="0">
              <a:solidFill>
                <a:srgbClr val="273239"/>
              </a:solidFill>
              <a:latin typeface="Nunito" pitchFamily="2" charset="0"/>
            </a:endParaRPr>
          </a:p>
          <a:p>
            <a:pPr algn="l" fontAlgn="base">
              <a:buFont typeface="Arial" panose="020B0604020202020204" pitchFamily="34" charset="0"/>
              <a:buChar char="•"/>
            </a:pPr>
            <a:endParaRPr lang="en-US" b="0" i="0" dirty="0">
              <a:solidFill>
                <a:srgbClr val="273239"/>
              </a:solidFill>
              <a:effectLst/>
              <a:latin typeface="Nunito" pitchFamily="2" charset="0"/>
            </a:endParaRPr>
          </a:p>
          <a:p>
            <a:pPr algn="l" fontAlgn="base">
              <a:buFont typeface="Arial" panose="020B0604020202020204" pitchFamily="34" charset="0"/>
              <a:buChar char="•"/>
            </a:pPr>
            <a:endParaRPr lang="en-US" dirty="0">
              <a:solidFill>
                <a:srgbClr val="273239"/>
              </a:solidFill>
              <a:latin typeface="Nunito" pitchFamily="2" charset="0"/>
            </a:endParaRPr>
          </a:p>
          <a:p>
            <a:pPr algn="l" fontAlgn="base">
              <a:buFont typeface="Arial" panose="020B0604020202020204" pitchFamily="34" charset="0"/>
              <a:buChar char="•"/>
            </a:pPr>
            <a:endParaRPr lang="en-US" b="0" i="0" dirty="0">
              <a:solidFill>
                <a:srgbClr val="273239"/>
              </a:solidFill>
              <a:effectLst/>
              <a:latin typeface="Nunito" pitchFamily="2" charset="0"/>
            </a:endParaRPr>
          </a:p>
          <a:p>
            <a:pPr algn="l" fontAlgn="base">
              <a:buFont typeface="Arial" panose="020B0604020202020204" pitchFamily="34" charset="0"/>
              <a:buChar char="•"/>
            </a:pPr>
            <a:endParaRPr lang="en-US" b="0" i="0" dirty="0">
              <a:solidFill>
                <a:srgbClr val="273239"/>
              </a:solidFill>
              <a:effectLst/>
              <a:latin typeface="Nunito" pitchFamily="2" charset="0"/>
            </a:endParaRPr>
          </a:p>
          <a:p>
            <a:endParaRPr lang="en-US" dirty="0"/>
          </a:p>
        </p:txBody>
      </p:sp>
    </p:spTree>
    <p:extLst>
      <p:ext uri="{BB962C8B-B14F-4D97-AF65-F5344CB8AC3E}">
        <p14:creationId xmlns:p14="http://schemas.microsoft.com/office/powerpoint/2010/main" val="3686519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689D8-CDAC-4215-96CD-8548432CE4D6}"/>
              </a:ext>
            </a:extLst>
          </p:cNvPr>
          <p:cNvSpPr>
            <a:spLocks noGrp="1"/>
          </p:cNvSpPr>
          <p:nvPr>
            <p:ph type="title"/>
          </p:nvPr>
        </p:nvSpPr>
        <p:spPr>
          <a:xfrm>
            <a:off x="422177" y="365125"/>
            <a:ext cx="10778937" cy="873740"/>
          </a:xfrm>
        </p:spPr>
        <p:txBody>
          <a:bodyPr>
            <a:normAutofit/>
          </a:bodyPr>
          <a:lstStyle/>
          <a:p>
            <a:pPr algn="ctr"/>
            <a:r>
              <a:rPr lang="en-US" b="1" dirty="0"/>
              <a:t>Introduction to Operating System</a:t>
            </a:r>
          </a:p>
        </p:txBody>
      </p:sp>
      <p:sp>
        <p:nvSpPr>
          <p:cNvPr id="3" name="Content Placeholder 2">
            <a:extLst>
              <a:ext uri="{FF2B5EF4-FFF2-40B4-BE49-F238E27FC236}">
                <a16:creationId xmlns:a16="http://schemas.microsoft.com/office/drawing/2014/main" id="{3110502F-36D4-4E60-B6E9-08628B2C5D5E}"/>
              </a:ext>
            </a:extLst>
          </p:cNvPr>
          <p:cNvSpPr>
            <a:spLocks noGrp="1"/>
          </p:cNvSpPr>
          <p:nvPr>
            <p:ph idx="1"/>
          </p:nvPr>
        </p:nvSpPr>
        <p:spPr>
          <a:xfrm>
            <a:off x="0" y="1415845"/>
            <a:ext cx="12192000" cy="5324167"/>
          </a:xfrm>
        </p:spPr>
        <p:txBody>
          <a:bodyPr>
            <a:normAutofit/>
          </a:bodyPr>
          <a:lstStyle/>
          <a:p>
            <a:pPr marL="342900" indent="-342900" fontAlgn="base">
              <a:buFont typeface="Wingdings" panose="05000000000000000000" pitchFamily="2" charset="2"/>
              <a:buChar char="q"/>
            </a:pPr>
            <a:r>
              <a:rPr lang="en-US" dirty="0"/>
              <a:t>An operating system acts as an intermediary between the computer hardware and the user. In short, it is an interface between computer hardware and the user.</a:t>
            </a:r>
          </a:p>
          <a:p>
            <a:pPr marL="342900" indent="-342900" fontAlgn="base">
              <a:buFont typeface="Wingdings" panose="05000000000000000000" pitchFamily="2" charset="2"/>
              <a:buChar char="q"/>
            </a:pPr>
            <a:r>
              <a:rPr lang="en-US" dirty="0"/>
              <a:t>The purpose of an operating system is to provide an environment in which a user can execute programs conveniently and efficiently.</a:t>
            </a:r>
          </a:p>
          <a:p>
            <a:pPr marL="342900" indent="-342900" fontAlgn="base">
              <a:buFont typeface="Wingdings" panose="05000000000000000000" pitchFamily="2" charset="2"/>
              <a:buChar char="q"/>
            </a:pPr>
            <a:r>
              <a:rPr lang="en-US" dirty="0"/>
              <a:t>The operating system (OS) is a program that runs at all times on a computer. All other programs, including application programs, run on top of the operating system.</a:t>
            </a:r>
          </a:p>
          <a:p>
            <a:pPr marL="342900" indent="-342900" fontAlgn="base">
              <a:buFont typeface="Wingdings" panose="05000000000000000000" pitchFamily="2" charset="2"/>
              <a:buChar char="q"/>
            </a:pPr>
            <a:r>
              <a:rPr lang="en-US" dirty="0"/>
              <a:t>It assigns resources such as memory, processors, and input/output devices to processes that need them. The assignment of resources has to be fair and secure.</a:t>
            </a:r>
          </a:p>
          <a:p>
            <a:pPr marL="342900" indent="-342900" fontAlgn="base">
              <a:buFont typeface="Wingdings" panose="05000000000000000000" pitchFamily="2" charset="2"/>
              <a:buChar char="q"/>
            </a:pPr>
            <a:r>
              <a:rPr lang="en-US" dirty="0"/>
              <a:t>An operating system is always running in the background to manage and coordinate the use of hardware resources among system and application programs for multiple users. </a:t>
            </a:r>
          </a:p>
          <a:p>
            <a:pPr marL="342900" indent="-342900" fontAlgn="base">
              <a:buFont typeface="Wingdings" panose="05000000000000000000" pitchFamily="2" charset="2"/>
              <a:buChar char="q"/>
            </a:pPr>
            <a:r>
              <a:rPr lang="en-US" dirty="0"/>
              <a:t>The OS itself is not only a user interface. Instead, it provides an interface for user interaction, typically through:</a:t>
            </a:r>
          </a:p>
          <a:p>
            <a:endParaRPr lang="en-US" dirty="0"/>
          </a:p>
        </p:txBody>
      </p:sp>
      <p:sp>
        <p:nvSpPr>
          <p:cNvPr id="39" name="Slide Number Placeholder 38">
            <a:extLst>
              <a:ext uri="{FF2B5EF4-FFF2-40B4-BE49-F238E27FC236}">
                <a16:creationId xmlns:a16="http://schemas.microsoft.com/office/drawing/2014/main" id="{86A23B90-D6E2-D980-7780-B6FC54FD8DE3}"/>
              </a:ext>
            </a:extLst>
          </p:cNvPr>
          <p:cNvSpPr>
            <a:spLocks noGrp="1"/>
          </p:cNvSpPr>
          <p:nvPr>
            <p:ph type="sldNum" sz="quarter" idx="4"/>
          </p:nvPr>
        </p:nvSpPr>
        <p:spPr/>
        <p:txBody>
          <a:bodyPr/>
          <a:lstStyle/>
          <a:p>
            <a:fld id="{3A4F6043-7A67-491B-98BC-F933DED7226D}" type="slidenum">
              <a:rPr lang="en-US" smtClean="0"/>
              <a:pPr/>
              <a:t>3</a:t>
            </a:fld>
            <a:endParaRPr lang="en-US" dirty="0"/>
          </a:p>
        </p:txBody>
      </p:sp>
      <p:sp>
        <p:nvSpPr>
          <p:cNvPr id="4" name="Slide Number Placeholder 5">
            <a:extLst>
              <a:ext uri="{FF2B5EF4-FFF2-40B4-BE49-F238E27FC236}">
                <a16:creationId xmlns:a16="http://schemas.microsoft.com/office/drawing/2014/main" id="{6E0FD4B5-4088-0CC7-E6CC-DEA779045EB0}"/>
              </a:ext>
            </a:extLst>
          </p:cNvPr>
          <p:cNvSpPr txBox="1">
            <a:spLocks/>
          </p:cNvSpPr>
          <p:nvPr/>
        </p:nvSpPr>
        <p:spPr>
          <a:xfrm>
            <a:off x="11503152" y="0"/>
            <a:ext cx="685800" cy="6858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A4F6043-7A67-491B-98BC-F933DED7226D}" type="slidenum">
              <a:rPr lang="en-US" smtClean="0"/>
              <a:pPr/>
              <a:t>3</a:t>
            </a:fld>
            <a:endParaRPr lang="en-US" dirty="0"/>
          </a:p>
        </p:txBody>
      </p:sp>
    </p:spTree>
    <p:extLst>
      <p:ext uri="{BB962C8B-B14F-4D97-AF65-F5344CB8AC3E}">
        <p14:creationId xmlns:p14="http://schemas.microsoft.com/office/powerpoint/2010/main" val="14763093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1996B4-489C-D0CD-8289-D7A89B11023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F60C172-6B04-513D-6675-0054FB52881B}"/>
              </a:ext>
            </a:extLst>
          </p:cNvPr>
          <p:cNvSpPr>
            <a:spLocks noGrp="1"/>
          </p:cNvSpPr>
          <p:nvPr>
            <p:ph idx="1"/>
          </p:nvPr>
        </p:nvSpPr>
        <p:spPr>
          <a:xfrm>
            <a:off x="395760" y="222631"/>
            <a:ext cx="10008002" cy="2727046"/>
          </a:xfrm>
        </p:spPr>
        <p:txBody>
          <a:bodyPr>
            <a:normAutofit fontScale="92500"/>
          </a:bodyPr>
          <a:lstStyle/>
          <a:p>
            <a:pPr marL="342900" indent="-342900">
              <a:buFont typeface="Arial" panose="020B0604020202020204" pitchFamily="34" charset="0"/>
              <a:buChar char="•"/>
            </a:pPr>
            <a:r>
              <a:rPr lang="en-US" sz="2400" dirty="0"/>
              <a:t>Every general-purpose computer consists of hardware, an operating system, system programs and application programs.</a:t>
            </a:r>
          </a:p>
          <a:p>
            <a:pPr marL="342900" indent="-342900">
              <a:buFont typeface="Wingdings" panose="05000000000000000000" pitchFamily="2" charset="2"/>
              <a:buChar char="q"/>
            </a:pPr>
            <a:r>
              <a:rPr lang="en-US" sz="2400" dirty="0"/>
              <a:t>The hardware includes CPU, ALU, memory, I/O devices, peripheral devices and storage devices.</a:t>
            </a:r>
          </a:p>
          <a:p>
            <a:pPr marL="342900" indent="-342900">
              <a:buFont typeface="Wingdings" panose="05000000000000000000" pitchFamily="2" charset="2"/>
              <a:buChar char="q"/>
            </a:pPr>
            <a:r>
              <a:rPr lang="en-US" sz="2400" dirty="0"/>
              <a:t>The system programs include compilers, loaders, editors and the OS itself.</a:t>
            </a:r>
          </a:p>
          <a:p>
            <a:pPr marL="342900" indent="-342900">
              <a:buFont typeface="Wingdings" panose="05000000000000000000" pitchFamily="2" charset="2"/>
              <a:buChar char="q"/>
            </a:pPr>
            <a:r>
              <a:rPr lang="en-US" sz="2400" dirty="0"/>
              <a:t>The application programs are user-level software that perform specific tasks.</a:t>
            </a:r>
          </a:p>
        </p:txBody>
      </p:sp>
      <p:sp>
        <p:nvSpPr>
          <p:cNvPr id="35" name="Slide Number Placeholder 34">
            <a:extLst>
              <a:ext uri="{FF2B5EF4-FFF2-40B4-BE49-F238E27FC236}">
                <a16:creationId xmlns:a16="http://schemas.microsoft.com/office/drawing/2014/main" id="{29979740-BA56-C627-FB1F-522018A6AF1D}"/>
              </a:ext>
            </a:extLst>
          </p:cNvPr>
          <p:cNvSpPr>
            <a:spLocks noGrp="1"/>
          </p:cNvSpPr>
          <p:nvPr>
            <p:ph type="sldNum" sz="quarter" idx="4"/>
          </p:nvPr>
        </p:nvSpPr>
        <p:spPr/>
        <p:txBody>
          <a:bodyPr/>
          <a:lstStyle/>
          <a:p>
            <a:fld id="{3A4F6043-7A67-491B-98BC-F933DED7226D}" type="slidenum">
              <a:rPr lang="en-US" smtClean="0"/>
              <a:pPr/>
              <a:t>4</a:t>
            </a:fld>
            <a:endParaRPr lang="en-US" dirty="0"/>
          </a:p>
        </p:txBody>
      </p:sp>
      <p:sp>
        <p:nvSpPr>
          <p:cNvPr id="4" name="Slide Number Placeholder 5">
            <a:extLst>
              <a:ext uri="{FF2B5EF4-FFF2-40B4-BE49-F238E27FC236}">
                <a16:creationId xmlns:a16="http://schemas.microsoft.com/office/drawing/2014/main" id="{B7517FF2-4936-3716-CA2C-8D77D01BA788}"/>
              </a:ext>
            </a:extLst>
          </p:cNvPr>
          <p:cNvSpPr txBox="1">
            <a:spLocks/>
          </p:cNvSpPr>
          <p:nvPr/>
        </p:nvSpPr>
        <p:spPr>
          <a:xfrm>
            <a:off x="11503152" y="0"/>
            <a:ext cx="685800" cy="6858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A4F6043-7A67-491B-98BC-F933DED7226D}" type="slidenum">
              <a:rPr lang="en-US" smtClean="0"/>
              <a:pPr/>
              <a:t>4</a:t>
            </a:fld>
            <a:endParaRPr lang="en-US" dirty="0"/>
          </a:p>
        </p:txBody>
      </p:sp>
      <p:pic>
        <p:nvPicPr>
          <p:cNvPr id="8" name="Picture 7">
            <a:extLst>
              <a:ext uri="{FF2B5EF4-FFF2-40B4-BE49-F238E27FC236}">
                <a16:creationId xmlns:a16="http://schemas.microsoft.com/office/drawing/2014/main" id="{62B0E5F0-66E3-4BFE-50B8-C2F39F673396}"/>
              </a:ext>
            </a:extLst>
          </p:cNvPr>
          <p:cNvPicPr>
            <a:picLocks noChangeAspect="1"/>
          </p:cNvPicPr>
          <p:nvPr/>
        </p:nvPicPr>
        <p:blipFill>
          <a:blip r:embed="rId3"/>
          <a:stretch>
            <a:fillRect/>
          </a:stretch>
        </p:blipFill>
        <p:spPr>
          <a:xfrm>
            <a:off x="0" y="2949677"/>
            <a:ext cx="10677831" cy="3908323"/>
          </a:xfrm>
          <a:prstGeom prst="rect">
            <a:avLst/>
          </a:prstGeom>
        </p:spPr>
      </p:pic>
    </p:spTree>
    <p:extLst>
      <p:ext uri="{BB962C8B-B14F-4D97-AF65-F5344CB8AC3E}">
        <p14:creationId xmlns:p14="http://schemas.microsoft.com/office/powerpoint/2010/main" val="28497604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E0111557-9F9C-1B64-E3AD-F728026517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12258" y="0"/>
            <a:ext cx="7767484" cy="68579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368988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342D9-5113-FB57-8185-C4B3B241D75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A67AC5EC-8F14-6D82-6D0A-CD09A89058CE}"/>
              </a:ext>
            </a:extLst>
          </p:cNvPr>
          <p:cNvSpPr>
            <a:spLocks noGrp="1"/>
          </p:cNvSpPr>
          <p:nvPr>
            <p:ph type="ctrTitle"/>
          </p:nvPr>
        </p:nvSpPr>
        <p:spPr>
          <a:xfrm>
            <a:off x="196645" y="-722671"/>
            <a:ext cx="11798710" cy="6489290"/>
          </a:xfrm>
        </p:spPr>
        <p:txBody>
          <a:bodyPr>
            <a:normAutofit/>
          </a:bodyPr>
          <a:lstStyle/>
          <a:p>
            <a:pPr fontAlgn="base"/>
            <a:r>
              <a:rPr lang="en-US" sz="3600" b="1" dirty="0">
                <a:solidFill>
                  <a:srgbClr val="FF0000"/>
                </a:solidFill>
              </a:rPr>
              <a:t>1</a:t>
            </a:r>
            <a:r>
              <a:rPr lang="en-US" sz="2000" b="1" dirty="0">
                <a:solidFill>
                  <a:srgbClr val="FF0000"/>
                </a:solidFill>
              </a:rPr>
              <a:t>. </a:t>
            </a:r>
            <a:r>
              <a:rPr lang="en-US" sz="2800" b="1" dirty="0">
                <a:solidFill>
                  <a:srgbClr val="FF0000"/>
                </a:solidFill>
              </a:rPr>
              <a:t>Process Management: </a:t>
            </a:r>
            <a:r>
              <a:rPr lang="en-US" sz="2800" dirty="0"/>
              <a:t>Process management in operating system is about managing processes. A </a:t>
            </a:r>
            <a:r>
              <a:rPr lang="en-US" sz="2800" u="sng" dirty="0">
                <a:hlinkClick r:id="rId3"/>
              </a:rPr>
              <a:t>Process </a:t>
            </a:r>
            <a:r>
              <a:rPr lang="en-US" sz="2800" dirty="0"/>
              <a:t>is a running program. The life cycle of process is from the moment program start until it finishes.</a:t>
            </a:r>
            <a:br>
              <a:rPr lang="en-US" sz="2800" dirty="0"/>
            </a:br>
            <a:r>
              <a:rPr lang="en-US" sz="2800" b="1" dirty="0">
                <a:solidFill>
                  <a:srgbClr val="FF0000"/>
                </a:solidFill>
                <a:highlight>
                  <a:srgbClr val="FFFF00"/>
                </a:highlight>
              </a:rPr>
              <a:t>Scheduling:</a:t>
            </a:r>
            <a:r>
              <a:rPr lang="en-US" sz="2800" dirty="0">
                <a:solidFill>
                  <a:srgbClr val="FF0000"/>
                </a:solidFill>
                <a:highlight>
                  <a:srgbClr val="FFFF00"/>
                </a:highlight>
              </a:rPr>
              <a:t> </a:t>
            </a:r>
            <a:r>
              <a:rPr lang="en-US" sz="2800" dirty="0"/>
              <a:t>Decides which process uses the CPU next (using algorithms like Round Robin or Priority Scheduling).</a:t>
            </a:r>
            <a:br>
              <a:rPr lang="en-US" sz="2800" dirty="0"/>
            </a:br>
            <a:r>
              <a:rPr lang="en-US" sz="2800" b="1" dirty="0">
                <a:solidFill>
                  <a:srgbClr val="FF0000"/>
                </a:solidFill>
                <a:highlight>
                  <a:srgbClr val="FFFF00"/>
                </a:highlight>
              </a:rPr>
              <a:t>Synchronization:</a:t>
            </a:r>
            <a:r>
              <a:rPr lang="en-US" sz="2800" dirty="0">
                <a:solidFill>
                  <a:srgbClr val="FF0000"/>
                </a:solidFill>
                <a:highlight>
                  <a:srgbClr val="FFFF00"/>
                </a:highlight>
              </a:rPr>
              <a:t> </a:t>
            </a:r>
            <a:r>
              <a:rPr lang="en-US" sz="2800" dirty="0"/>
              <a:t>Ensures orderly execution using locks, semaphores, or monitors to prevent race conditions.</a:t>
            </a:r>
            <a:br>
              <a:rPr lang="en-US" sz="2800" dirty="0"/>
            </a:br>
            <a:r>
              <a:rPr lang="en-US" sz="2800" b="1" dirty="0">
                <a:solidFill>
                  <a:srgbClr val="FF0000"/>
                </a:solidFill>
                <a:highlight>
                  <a:srgbClr val="FFFF00"/>
                </a:highlight>
              </a:rPr>
              <a:t>Deadlock Handling:</a:t>
            </a:r>
            <a:r>
              <a:rPr lang="en-US" sz="2800" dirty="0">
                <a:solidFill>
                  <a:srgbClr val="FF0000"/>
                </a:solidFill>
                <a:highlight>
                  <a:srgbClr val="FFFF00"/>
                </a:highlight>
              </a:rPr>
              <a:t> </a:t>
            </a:r>
            <a:r>
              <a:rPr lang="en-US" sz="2800" dirty="0"/>
              <a:t>Detects and prevents situations where processes wait forever for resources.</a:t>
            </a:r>
            <a:br>
              <a:rPr lang="en-US" sz="2800" dirty="0"/>
            </a:br>
            <a:r>
              <a:rPr lang="en-US" sz="2800" b="1" dirty="0">
                <a:solidFill>
                  <a:srgbClr val="FF0000"/>
                </a:solidFill>
                <a:highlight>
                  <a:srgbClr val="FFFF00"/>
                </a:highlight>
              </a:rPr>
              <a:t>Inter-Process Communication (IPC):</a:t>
            </a:r>
            <a:r>
              <a:rPr lang="en-US" sz="2800" dirty="0">
                <a:solidFill>
                  <a:srgbClr val="FF0000"/>
                </a:solidFill>
                <a:highlight>
                  <a:srgbClr val="FFFF00"/>
                </a:highlight>
              </a:rPr>
              <a:t> </a:t>
            </a:r>
            <a:r>
              <a:rPr lang="en-US" sz="2800" dirty="0"/>
              <a:t>Allows processes to exchange data via shared memory or message passing.</a:t>
            </a:r>
            <a:br>
              <a:rPr lang="en-US" sz="2800" dirty="0"/>
            </a:br>
            <a:endParaRPr lang="en-US" dirty="0"/>
          </a:p>
        </p:txBody>
      </p:sp>
      <p:pic>
        <p:nvPicPr>
          <p:cNvPr id="3" name="Picture 2">
            <a:extLst>
              <a:ext uri="{FF2B5EF4-FFF2-40B4-BE49-F238E27FC236}">
                <a16:creationId xmlns:a16="http://schemas.microsoft.com/office/drawing/2014/main" id="{439160D9-2692-34C1-21D7-551B2C83E58B}"/>
              </a:ext>
            </a:extLst>
          </p:cNvPr>
          <p:cNvPicPr>
            <a:picLocks noChangeAspect="1"/>
          </p:cNvPicPr>
          <p:nvPr/>
        </p:nvPicPr>
        <p:blipFill>
          <a:blip r:embed="rId4"/>
          <a:stretch>
            <a:fillRect/>
          </a:stretch>
        </p:blipFill>
        <p:spPr>
          <a:xfrm>
            <a:off x="6159910" y="3996814"/>
            <a:ext cx="5343832" cy="2861186"/>
          </a:xfrm>
          <a:prstGeom prst="rect">
            <a:avLst/>
          </a:prstGeom>
        </p:spPr>
      </p:pic>
    </p:spTree>
    <p:extLst>
      <p:ext uri="{BB962C8B-B14F-4D97-AF65-F5344CB8AC3E}">
        <p14:creationId xmlns:p14="http://schemas.microsoft.com/office/powerpoint/2010/main" val="29350598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74E9FF-AB37-01B8-A1BE-7AFF113F530B}"/>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72BE1C6-53F2-8BE4-32C5-5CE502D21085}"/>
              </a:ext>
            </a:extLst>
          </p:cNvPr>
          <p:cNvSpPr>
            <a:spLocks noGrp="1"/>
          </p:cNvSpPr>
          <p:nvPr>
            <p:ph type="ctrTitle"/>
          </p:nvPr>
        </p:nvSpPr>
        <p:spPr>
          <a:xfrm>
            <a:off x="196646" y="884904"/>
            <a:ext cx="6631858" cy="5973096"/>
          </a:xfrm>
        </p:spPr>
        <p:txBody>
          <a:bodyPr>
            <a:normAutofit fontScale="90000"/>
          </a:bodyPr>
          <a:lstStyle/>
          <a:p>
            <a:pPr fontAlgn="base"/>
            <a:r>
              <a:rPr lang="en-US" sz="3100" b="1" dirty="0">
                <a:solidFill>
                  <a:srgbClr val="FF0000"/>
                </a:solidFill>
              </a:rPr>
              <a:t>2. Memory Management: </a:t>
            </a:r>
            <a:r>
              <a:rPr lang="en-US" sz="2800" dirty="0"/>
              <a:t>Memory management in an operating system controls how data is stored and organized in </a:t>
            </a:r>
            <a:r>
              <a:rPr lang="en-US" sz="2800" u="sng" dirty="0">
                <a:hlinkClick r:id="rId3"/>
              </a:rPr>
              <a:t>main (primary) memory</a:t>
            </a:r>
            <a:r>
              <a:rPr lang="en-US" sz="2800" dirty="0"/>
              <a:t> and </a:t>
            </a:r>
            <a:r>
              <a:rPr lang="en-US" sz="2800" u="sng" dirty="0">
                <a:hlinkClick r:id="rId4"/>
              </a:rPr>
              <a:t>secondary storage</a:t>
            </a:r>
            <a:r>
              <a:rPr lang="en-US" sz="2800" dirty="0"/>
              <a:t>, ensuring programs get the memory they need and freeing it when no longer used.</a:t>
            </a:r>
            <a:br>
              <a:rPr lang="en-US" sz="2800" dirty="0"/>
            </a:br>
            <a:r>
              <a:rPr lang="en-US" sz="2800" dirty="0"/>
              <a:t>Key Activities in Memory Management:</a:t>
            </a:r>
            <a:br>
              <a:rPr lang="en-US" sz="2800" dirty="0"/>
            </a:br>
            <a:r>
              <a:rPr lang="en-US" sz="2800" b="1" dirty="0">
                <a:solidFill>
                  <a:srgbClr val="FF0000"/>
                </a:solidFill>
                <a:highlight>
                  <a:srgbClr val="FFFF00"/>
                </a:highlight>
              </a:rPr>
              <a:t>Allocation &amp; Deallocation:</a:t>
            </a:r>
            <a:r>
              <a:rPr lang="en-US" sz="2800" dirty="0">
                <a:solidFill>
                  <a:srgbClr val="FF0000"/>
                </a:solidFill>
                <a:highlight>
                  <a:srgbClr val="FFFF00"/>
                </a:highlight>
              </a:rPr>
              <a:t> </a:t>
            </a:r>
            <a:r>
              <a:rPr lang="en-US" sz="2800" dirty="0"/>
              <a:t>Assigns and frees memory as needed.</a:t>
            </a:r>
            <a:br>
              <a:rPr lang="en-US" sz="2800" dirty="0"/>
            </a:br>
            <a:r>
              <a:rPr lang="en-US" sz="2800" b="1" dirty="0">
                <a:solidFill>
                  <a:srgbClr val="FF0000"/>
                </a:solidFill>
                <a:highlight>
                  <a:srgbClr val="FFFF00"/>
                </a:highlight>
              </a:rPr>
              <a:t>Protection:</a:t>
            </a:r>
            <a:r>
              <a:rPr lang="en-US" sz="2800" dirty="0">
                <a:solidFill>
                  <a:srgbClr val="FF0000"/>
                </a:solidFill>
                <a:highlight>
                  <a:srgbClr val="FFFF00"/>
                </a:highlight>
              </a:rPr>
              <a:t> </a:t>
            </a:r>
            <a:r>
              <a:rPr lang="en-US" sz="2800" dirty="0"/>
              <a:t>Prevents processes from interfering with each other’s memory..</a:t>
            </a:r>
            <a:br>
              <a:rPr lang="en-US" sz="2800" dirty="0"/>
            </a:br>
            <a:r>
              <a:rPr lang="en-US" sz="2800" b="1" dirty="0">
                <a:solidFill>
                  <a:srgbClr val="FF0000"/>
                </a:solidFill>
                <a:highlight>
                  <a:srgbClr val="FFFF00"/>
                </a:highlight>
              </a:rPr>
              <a:t>Virtual Memory:</a:t>
            </a:r>
            <a:r>
              <a:rPr lang="en-US" sz="2800" dirty="0">
                <a:solidFill>
                  <a:srgbClr val="FF0000"/>
                </a:solidFill>
                <a:highlight>
                  <a:srgbClr val="FFFF00"/>
                </a:highlight>
              </a:rPr>
              <a:t> </a:t>
            </a:r>
            <a:r>
              <a:rPr lang="en-US" sz="2800" dirty="0"/>
              <a:t>Uses disk space as extra memory to run large programs.</a:t>
            </a:r>
            <a:br>
              <a:rPr lang="en-US" sz="2800" dirty="0"/>
            </a:br>
            <a:r>
              <a:rPr lang="en-US" sz="2800" b="1" dirty="0">
                <a:solidFill>
                  <a:srgbClr val="FF0000"/>
                </a:solidFill>
                <a:highlight>
                  <a:srgbClr val="FFFF00"/>
                </a:highlight>
              </a:rPr>
              <a:t>Fragmentation Handling:</a:t>
            </a:r>
            <a:r>
              <a:rPr lang="en-US" sz="2800" dirty="0">
                <a:solidFill>
                  <a:srgbClr val="FF0000"/>
                </a:solidFill>
                <a:highlight>
                  <a:srgbClr val="FFFF00"/>
                </a:highlight>
              </a:rPr>
              <a:t> </a:t>
            </a:r>
            <a:r>
              <a:rPr lang="en-US" sz="2800" dirty="0"/>
              <a:t>Reduces wasted space through compaction.</a:t>
            </a:r>
            <a:br>
              <a:rPr lang="en-US" sz="2800" dirty="0"/>
            </a:br>
            <a:r>
              <a:rPr lang="en-US" sz="2800" b="1" dirty="0">
                <a:solidFill>
                  <a:srgbClr val="FF0000"/>
                </a:solidFill>
                <a:highlight>
                  <a:srgbClr val="FFFF00"/>
                </a:highlight>
              </a:rPr>
              <a:t>Disk Management:</a:t>
            </a:r>
            <a:r>
              <a:rPr lang="en-US" sz="2800" dirty="0">
                <a:solidFill>
                  <a:srgbClr val="FF0000"/>
                </a:solidFill>
                <a:highlight>
                  <a:srgbClr val="FFFF00"/>
                </a:highlight>
              </a:rPr>
              <a:t> </a:t>
            </a:r>
            <a:r>
              <a:rPr lang="en-US" sz="2800" dirty="0"/>
              <a:t>Handles file storage, free space, disk scheduling, and backups.</a:t>
            </a:r>
            <a:br>
              <a:rPr lang="en-US" dirty="0"/>
            </a:br>
            <a:br>
              <a:rPr lang="en-US" dirty="0"/>
            </a:br>
            <a:endParaRPr lang="en-US" dirty="0"/>
          </a:p>
        </p:txBody>
      </p:sp>
      <p:pic>
        <p:nvPicPr>
          <p:cNvPr id="4" name="Picture 3">
            <a:extLst>
              <a:ext uri="{FF2B5EF4-FFF2-40B4-BE49-F238E27FC236}">
                <a16:creationId xmlns:a16="http://schemas.microsoft.com/office/drawing/2014/main" id="{E8B90B58-EDC6-9471-524A-B2BCD3BB43B9}"/>
              </a:ext>
            </a:extLst>
          </p:cNvPr>
          <p:cNvPicPr>
            <a:picLocks noChangeAspect="1"/>
          </p:cNvPicPr>
          <p:nvPr/>
        </p:nvPicPr>
        <p:blipFill>
          <a:blip r:embed="rId5"/>
          <a:stretch>
            <a:fillRect/>
          </a:stretch>
        </p:blipFill>
        <p:spPr>
          <a:xfrm>
            <a:off x="6725265" y="1179872"/>
            <a:ext cx="5466735" cy="4262283"/>
          </a:xfrm>
          <a:prstGeom prst="rect">
            <a:avLst/>
          </a:prstGeom>
        </p:spPr>
      </p:pic>
    </p:spTree>
    <p:extLst>
      <p:ext uri="{BB962C8B-B14F-4D97-AF65-F5344CB8AC3E}">
        <p14:creationId xmlns:p14="http://schemas.microsoft.com/office/powerpoint/2010/main" val="14601776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565635-DD99-71F3-4077-DEAEDE389EA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ADB6908-73BF-1122-1028-5E591E9B618A}"/>
              </a:ext>
            </a:extLst>
          </p:cNvPr>
          <p:cNvSpPr>
            <a:spLocks noGrp="1"/>
          </p:cNvSpPr>
          <p:nvPr>
            <p:ph type="ctrTitle"/>
          </p:nvPr>
        </p:nvSpPr>
        <p:spPr>
          <a:xfrm>
            <a:off x="221225" y="-1499420"/>
            <a:ext cx="11749549" cy="6489290"/>
          </a:xfrm>
        </p:spPr>
        <p:txBody>
          <a:bodyPr>
            <a:normAutofit/>
          </a:bodyPr>
          <a:lstStyle/>
          <a:p>
            <a:pPr fontAlgn="base"/>
            <a:r>
              <a:rPr lang="en-US" sz="3100" b="1" dirty="0">
                <a:solidFill>
                  <a:srgbClr val="FF0000"/>
                </a:solidFill>
              </a:rPr>
              <a:t>3. File System Management</a:t>
            </a:r>
            <a:br>
              <a:rPr lang="en-US" sz="2800" b="1" dirty="0"/>
            </a:br>
            <a:r>
              <a:rPr lang="en-US" sz="2400" dirty="0"/>
              <a:t>File management in an operating system organizes and controls how data is stored, named, and accessed on storage devices, making it easy for users to find and use their files.</a:t>
            </a:r>
            <a:br>
              <a:rPr lang="en-US" sz="2400" dirty="0"/>
            </a:br>
            <a:r>
              <a:rPr lang="en-US" sz="2400" dirty="0"/>
              <a:t>File System Management includes managing of:</a:t>
            </a:r>
            <a:br>
              <a:rPr lang="en-US" sz="2400" dirty="0"/>
            </a:br>
            <a:r>
              <a:rPr lang="en-US" sz="2400" b="1" dirty="0">
                <a:solidFill>
                  <a:srgbClr val="FF0000"/>
                </a:solidFill>
                <a:highlight>
                  <a:srgbClr val="FFFF00"/>
                </a:highlight>
              </a:rPr>
              <a:t>File Attributes:</a:t>
            </a:r>
            <a:r>
              <a:rPr lang="en-US" sz="2400" dirty="0">
                <a:solidFill>
                  <a:srgbClr val="FF0000"/>
                </a:solidFill>
                <a:highlight>
                  <a:srgbClr val="FFFF00"/>
                </a:highlight>
              </a:rPr>
              <a:t> </a:t>
            </a:r>
            <a:r>
              <a:rPr lang="en-US" sz="2400" dirty="0"/>
              <a:t>Name, type, size, and permissions.</a:t>
            </a:r>
            <a:br>
              <a:rPr lang="en-US" sz="2400" dirty="0"/>
            </a:br>
            <a:r>
              <a:rPr lang="en-US" sz="2400" b="1" dirty="0">
                <a:solidFill>
                  <a:srgbClr val="FF0000"/>
                </a:solidFill>
                <a:highlight>
                  <a:srgbClr val="FFFF00"/>
                </a:highlight>
              </a:rPr>
              <a:t>File Types:</a:t>
            </a:r>
            <a:r>
              <a:rPr lang="en-US" sz="2400" dirty="0">
                <a:solidFill>
                  <a:srgbClr val="FF0000"/>
                </a:solidFill>
                <a:highlight>
                  <a:srgbClr val="FFFF00"/>
                </a:highlight>
              </a:rPr>
              <a:t> </a:t>
            </a:r>
            <a:r>
              <a:rPr lang="en-US" sz="2400" dirty="0"/>
              <a:t>Text, binary, and executable files.</a:t>
            </a:r>
            <a:br>
              <a:rPr lang="en-US" sz="2400" dirty="0"/>
            </a:br>
            <a:r>
              <a:rPr lang="en-US" sz="2400" b="1" dirty="0">
                <a:solidFill>
                  <a:srgbClr val="FF0000"/>
                </a:solidFill>
                <a:highlight>
                  <a:srgbClr val="FFFF00"/>
                </a:highlight>
              </a:rPr>
              <a:t>Operations:</a:t>
            </a:r>
            <a:r>
              <a:rPr lang="en-US" sz="2400" dirty="0">
                <a:solidFill>
                  <a:srgbClr val="FF0000"/>
                </a:solidFill>
                <a:highlight>
                  <a:srgbClr val="FFFF00"/>
                </a:highlight>
              </a:rPr>
              <a:t> </a:t>
            </a:r>
            <a:r>
              <a:rPr lang="en-US" sz="2400" dirty="0"/>
              <a:t>Create, read, write, and delete files.</a:t>
            </a:r>
            <a:br>
              <a:rPr lang="en-US" sz="2400" dirty="0"/>
            </a:br>
            <a:r>
              <a:rPr lang="en-US" sz="2400" b="1" dirty="0">
                <a:solidFill>
                  <a:srgbClr val="FF0000"/>
                </a:solidFill>
                <a:highlight>
                  <a:srgbClr val="FFFF00"/>
                </a:highlight>
              </a:rPr>
              <a:t>Access Methods:</a:t>
            </a:r>
            <a:r>
              <a:rPr lang="en-US" sz="2400" dirty="0">
                <a:solidFill>
                  <a:srgbClr val="FF0000"/>
                </a:solidFill>
                <a:highlight>
                  <a:srgbClr val="FFFF00"/>
                </a:highlight>
              </a:rPr>
              <a:t> </a:t>
            </a:r>
            <a:r>
              <a:rPr lang="en-US" sz="2400" dirty="0"/>
              <a:t>Sequential, direct, and indexed access for faster retrieval.</a:t>
            </a:r>
            <a:br>
              <a:rPr lang="en-US" sz="4000" dirty="0"/>
            </a:br>
            <a:endParaRPr lang="en-US" dirty="0"/>
          </a:p>
        </p:txBody>
      </p:sp>
      <p:pic>
        <p:nvPicPr>
          <p:cNvPr id="4" name="Picture 3">
            <a:extLst>
              <a:ext uri="{FF2B5EF4-FFF2-40B4-BE49-F238E27FC236}">
                <a16:creationId xmlns:a16="http://schemas.microsoft.com/office/drawing/2014/main" id="{41E85389-C435-41AA-9F33-712A25917B49}"/>
              </a:ext>
            </a:extLst>
          </p:cNvPr>
          <p:cNvPicPr>
            <a:picLocks noChangeAspect="1"/>
          </p:cNvPicPr>
          <p:nvPr/>
        </p:nvPicPr>
        <p:blipFill>
          <a:blip r:embed="rId3"/>
          <a:stretch>
            <a:fillRect/>
          </a:stretch>
        </p:blipFill>
        <p:spPr>
          <a:xfrm>
            <a:off x="1976285" y="2807109"/>
            <a:ext cx="8421328" cy="3947651"/>
          </a:xfrm>
          <a:prstGeom prst="rect">
            <a:avLst/>
          </a:prstGeom>
        </p:spPr>
      </p:pic>
    </p:spTree>
    <p:extLst>
      <p:ext uri="{BB962C8B-B14F-4D97-AF65-F5344CB8AC3E}">
        <p14:creationId xmlns:p14="http://schemas.microsoft.com/office/powerpoint/2010/main" val="34596909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0C1D61-F86C-D6CA-8664-D87F69EDC18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DF06A67-1AAB-7371-53D1-4D4D9B4BAE69}"/>
              </a:ext>
            </a:extLst>
          </p:cNvPr>
          <p:cNvSpPr>
            <a:spLocks noGrp="1"/>
          </p:cNvSpPr>
          <p:nvPr>
            <p:ph type="ctrTitle"/>
          </p:nvPr>
        </p:nvSpPr>
        <p:spPr>
          <a:xfrm>
            <a:off x="196645" y="265471"/>
            <a:ext cx="11798710" cy="5501148"/>
          </a:xfrm>
        </p:spPr>
        <p:txBody>
          <a:bodyPr>
            <a:normAutofit fontScale="90000"/>
          </a:bodyPr>
          <a:lstStyle/>
          <a:p>
            <a:pPr fontAlgn="base"/>
            <a:r>
              <a:rPr lang="en-US" sz="3200" b="1" dirty="0">
                <a:solidFill>
                  <a:srgbClr val="FF0000"/>
                </a:solidFill>
              </a:rPr>
              <a:t>4. Device Management (I/O System)</a:t>
            </a:r>
            <a:br>
              <a:rPr lang="en-US" sz="2800" b="1" dirty="0"/>
            </a:br>
            <a:r>
              <a:rPr lang="en-US" sz="2800" dirty="0"/>
              <a:t>Device management in an operating system controls how the computer communicates with hardware devices like printers or disks, using drivers and techniques to ensure smooth and efficient operation.</a:t>
            </a:r>
            <a:br>
              <a:rPr lang="en-US" sz="2800" dirty="0"/>
            </a:br>
            <a:r>
              <a:rPr lang="en-US" sz="2800" dirty="0"/>
              <a:t>Major components in Device Management:</a:t>
            </a:r>
            <a:br>
              <a:rPr lang="en-US" sz="2800" dirty="0"/>
            </a:br>
            <a:r>
              <a:rPr lang="en-US" sz="2800" b="1" dirty="0">
                <a:solidFill>
                  <a:srgbClr val="FF0000"/>
                </a:solidFill>
                <a:highlight>
                  <a:srgbClr val="FFFF00"/>
                </a:highlight>
              </a:rPr>
              <a:t>Device Drivers:</a:t>
            </a:r>
            <a:r>
              <a:rPr lang="en-US" sz="2800" dirty="0">
                <a:solidFill>
                  <a:srgbClr val="FF0000"/>
                </a:solidFill>
                <a:highlight>
                  <a:srgbClr val="FFFF00"/>
                </a:highlight>
              </a:rPr>
              <a:t> </a:t>
            </a:r>
            <a:r>
              <a:rPr lang="en-US" sz="2800" dirty="0"/>
              <a:t>Interface between hardware and OS.</a:t>
            </a:r>
            <a:br>
              <a:rPr lang="en-US" sz="2800" dirty="0"/>
            </a:br>
            <a:r>
              <a:rPr lang="en-US" sz="2800" b="1" dirty="0">
                <a:solidFill>
                  <a:srgbClr val="FF0000"/>
                </a:solidFill>
                <a:highlight>
                  <a:srgbClr val="FFFF00"/>
                </a:highlight>
              </a:rPr>
              <a:t>Buffering &amp; Caching:</a:t>
            </a:r>
            <a:r>
              <a:rPr lang="en-US" sz="2800" dirty="0">
                <a:solidFill>
                  <a:srgbClr val="FF0000"/>
                </a:solidFill>
                <a:highlight>
                  <a:srgbClr val="FFFF00"/>
                </a:highlight>
              </a:rPr>
              <a:t> </a:t>
            </a:r>
            <a:r>
              <a:rPr lang="en-US" sz="2800" dirty="0"/>
              <a:t>Temporarily store data to match device speeds and improve performance.</a:t>
            </a:r>
            <a:br>
              <a:rPr lang="en-US" sz="2800" dirty="0"/>
            </a:br>
            <a:r>
              <a:rPr lang="en-US" sz="2800" b="1" dirty="0">
                <a:solidFill>
                  <a:srgbClr val="FF0000"/>
                </a:solidFill>
                <a:highlight>
                  <a:srgbClr val="FFFF00"/>
                </a:highlight>
              </a:rPr>
              <a:t>Spooling:</a:t>
            </a:r>
            <a:r>
              <a:rPr lang="en-US" sz="2800" dirty="0">
                <a:solidFill>
                  <a:srgbClr val="FF0000"/>
                </a:solidFill>
                <a:highlight>
                  <a:srgbClr val="FFFF00"/>
                </a:highlight>
              </a:rPr>
              <a:t> </a:t>
            </a:r>
            <a:r>
              <a:rPr lang="en-US" sz="2800" dirty="0">
                <a:solidFill>
                  <a:schemeClr val="tx1"/>
                </a:solidFill>
                <a:hlinkClick r:id="rId3">
                  <a:extLst>
                    <a:ext uri="{A12FA001-AC4F-418D-AE19-62706E023703}">
                      <ahyp:hlinkClr xmlns:ahyp="http://schemas.microsoft.com/office/drawing/2018/hyperlinkcolor" val="tx"/>
                    </a:ext>
                  </a:extLst>
                </a:hlinkClick>
              </a:rPr>
              <a:t>Spooling</a:t>
            </a:r>
            <a:r>
              <a:rPr lang="en-US" sz="2800" dirty="0"/>
              <a:t> manages data waiting to be processed, particularly in devices like printers. The OS places print jobs in a spool (a temporary storage area), allowing the CPU to continue other tasks while the printer works through the queue</a:t>
            </a:r>
            <a:r>
              <a:rPr lang="en-US" dirty="0"/>
              <a:t>.</a:t>
            </a:r>
            <a:br>
              <a:rPr lang="en-US" dirty="0"/>
            </a:br>
            <a:endParaRPr lang="en-US" dirty="0"/>
          </a:p>
        </p:txBody>
      </p:sp>
    </p:spTree>
    <p:extLst>
      <p:ext uri="{BB962C8B-B14F-4D97-AF65-F5344CB8AC3E}">
        <p14:creationId xmlns:p14="http://schemas.microsoft.com/office/powerpoint/2010/main" val="41992193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E607E3-04A3-EA4D-71BC-3A77F2DEF15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B6ADE70-6ADC-F416-A269-4269E7E2B6FC}"/>
              </a:ext>
            </a:extLst>
          </p:cNvPr>
          <p:cNvSpPr>
            <a:spLocks noGrp="1"/>
          </p:cNvSpPr>
          <p:nvPr>
            <p:ph type="ctrTitle"/>
          </p:nvPr>
        </p:nvSpPr>
        <p:spPr>
          <a:xfrm>
            <a:off x="152400" y="0"/>
            <a:ext cx="12039600" cy="3994355"/>
          </a:xfrm>
        </p:spPr>
        <p:txBody>
          <a:bodyPr>
            <a:normAutofit/>
          </a:bodyPr>
          <a:lstStyle/>
          <a:p>
            <a:pPr fontAlgn="base"/>
            <a:r>
              <a:rPr lang="en-US" sz="3100" b="1" dirty="0">
                <a:solidFill>
                  <a:srgbClr val="FF0000"/>
                </a:solidFill>
              </a:rPr>
              <a:t>5. Protection and Security: </a:t>
            </a:r>
            <a:r>
              <a:rPr lang="en-US" sz="2400" u="sng" dirty="0">
                <a:solidFill>
                  <a:schemeClr val="tx1"/>
                </a:solidFill>
                <a:hlinkClick r:id="rId3">
                  <a:extLst>
                    <a:ext uri="{A12FA001-AC4F-418D-AE19-62706E023703}">
                      <ahyp:hlinkClr xmlns:ahyp="http://schemas.microsoft.com/office/drawing/2018/hyperlinkcolor" val="tx"/>
                    </a:ext>
                  </a:extLst>
                </a:hlinkClick>
              </a:rPr>
              <a:t>Protection and security</a:t>
            </a:r>
            <a:r>
              <a:rPr lang="en-US" sz="2400" dirty="0">
                <a:solidFill>
                  <a:schemeClr val="tx1"/>
                </a:solidFill>
              </a:rPr>
              <a:t> </a:t>
            </a:r>
            <a:r>
              <a:rPr lang="en-US" sz="2400" dirty="0"/>
              <a:t>mechanisms in an OS are designed to safeguard system resources from unauthorized access or misuse. These mechanisms control which processes or users can access specific resources (such as memory, files, and CPU time). It also ensures that only authorized users can perform specific actions.</a:t>
            </a:r>
            <a:br>
              <a:rPr lang="en-US" sz="2400" dirty="0"/>
            </a:br>
            <a:r>
              <a:rPr lang="en-US" sz="2400" dirty="0"/>
              <a:t>The OS protects system resources and user data from unauthorized access and attacks.</a:t>
            </a:r>
            <a:br>
              <a:rPr lang="en-US" sz="2400" dirty="0"/>
            </a:br>
            <a:r>
              <a:rPr lang="en-US" sz="2400" b="1" dirty="0">
                <a:solidFill>
                  <a:srgbClr val="FF0000"/>
                </a:solidFill>
                <a:highlight>
                  <a:srgbClr val="FFFF00"/>
                </a:highlight>
              </a:rPr>
              <a:t>Access Control:</a:t>
            </a:r>
            <a:r>
              <a:rPr lang="en-US" sz="2400" dirty="0">
                <a:solidFill>
                  <a:srgbClr val="FF0000"/>
                </a:solidFill>
                <a:highlight>
                  <a:srgbClr val="FFFF00"/>
                </a:highlight>
              </a:rPr>
              <a:t> </a:t>
            </a:r>
            <a:r>
              <a:rPr lang="en-US" sz="2400" dirty="0"/>
              <a:t>Limits user and process permissions.</a:t>
            </a:r>
            <a:br>
              <a:rPr lang="en-US" sz="2400" dirty="0"/>
            </a:br>
            <a:r>
              <a:rPr lang="en-US" sz="2400" b="1" dirty="0">
                <a:solidFill>
                  <a:srgbClr val="FF0000"/>
                </a:solidFill>
                <a:highlight>
                  <a:srgbClr val="FFFF00"/>
                </a:highlight>
              </a:rPr>
              <a:t>Authentication:</a:t>
            </a:r>
            <a:r>
              <a:rPr lang="en-US" sz="2400" dirty="0">
                <a:solidFill>
                  <a:srgbClr val="FF0000"/>
                </a:solidFill>
                <a:highlight>
                  <a:srgbClr val="FFFF00"/>
                </a:highlight>
              </a:rPr>
              <a:t> </a:t>
            </a:r>
            <a:r>
              <a:rPr lang="en-US" sz="2400" dirty="0"/>
              <a:t>Verifies users through credentials (UIDs/SIDs).</a:t>
            </a:r>
            <a:br>
              <a:rPr lang="en-US" sz="2400" dirty="0"/>
            </a:br>
            <a:r>
              <a:rPr lang="en-US" sz="2400" b="1" dirty="0">
                <a:solidFill>
                  <a:srgbClr val="FF0000"/>
                </a:solidFill>
                <a:highlight>
                  <a:srgbClr val="FFFF00"/>
                </a:highlight>
              </a:rPr>
              <a:t>Resource Protection:</a:t>
            </a:r>
            <a:r>
              <a:rPr lang="en-US" sz="2400" dirty="0">
                <a:solidFill>
                  <a:srgbClr val="FF0000"/>
                </a:solidFill>
                <a:highlight>
                  <a:srgbClr val="FFFF00"/>
                </a:highlight>
              </a:rPr>
              <a:t> </a:t>
            </a:r>
            <a:r>
              <a:rPr lang="en-US" sz="2400" dirty="0"/>
              <a:t>Prevents misuse of files, memory, or devices.</a:t>
            </a:r>
            <a:br>
              <a:rPr lang="en-US" sz="2400" dirty="0"/>
            </a:br>
            <a:r>
              <a:rPr lang="en-US" sz="2400" b="1" dirty="0">
                <a:solidFill>
                  <a:srgbClr val="FF0000"/>
                </a:solidFill>
                <a:highlight>
                  <a:srgbClr val="FFFF00"/>
                </a:highlight>
              </a:rPr>
              <a:t>Security:</a:t>
            </a:r>
            <a:r>
              <a:rPr lang="en-US" sz="2400" dirty="0">
                <a:solidFill>
                  <a:srgbClr val="FF0000"/>
                </a:solidFill>
                <a:highlight>
                  <a:srgbClr val="FFFF00"/>
                </a:highlight>
              </a:rPr>
              <a:t> </a:t>
            </a:r>
            <a:r>
              <a:rPr lang="en-US" sz="2400" dirty="0"/>
              <a:t>Guards against malware, denial-of-service attacks, and data theft.</a:t>
            </a:r>
            <a:br>
              <a:rPr lang="en-US" sz="3600" dirty="0"/>
            </a:br>
            <a:endParaRPr lang="en-US" dirty="0"/>
          </a:p>
        </p:txBody>
      </p:sp>
      <p:pic>
        <p:nvPicPr>
          <p:cNvPr id="3" name="Picture 2">
            <a:extLst>
              <a:ext uri="{FF2B5EF4-FFF2-40B4-BE49-F238E27FC236}">
                <a16:creationId xmlns:a16="http://schemas.microsoft.com/office/drawing/2014/main" id="{1BEAEC57-EF98-F60C-C6CF-A63C6FA010E0}"/>
              </a:ext>
            </a:extLst>
          </p:cNvPr>
          <p:cNvPicPr>
            <a:picLocks noChangeAspect="1"/>
          </p:cNvPicPr>
          <p:nvPr/>
        </p:nvPicPr>
        <p:blipFill>
          <a:blip r:embed="rId4"/>
          <a:stretch>
            <a:fillRect/>
          </a:stretch>
        </p:blipFill>
        <p:spPr>
          <a:xfrm>
            <a:off x="2507225" y="3259394"/>
            <a:ext cx="7595420" cy="3598606"/>
          </a:xfrm>
          <a:prstGeom prst="rect">
            <a:avLst/>
          </a:prstGeom>
        </p:spPr>
      </p:pic>
    </p:spTree>
    <p:extLst>
      <p:ext uri="{BB962C8B-B14F-4D97-AF65-F5344CB8AC3E}">
        <p14:creationId xmlns:p14="http://schemas.microsoft.com/office/powerpoint/2010/main" val="13992648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2BAD7B4-5997-4A95-A2A9-773DF1F4CE53}"/>
              </a:ext>
            </a:extLst>
          </p:cNvPr>
          <p:cNvSpPr>
            <a:spLocks noGrp="1"/>
          </p:cNvSpPr>
          <p:nvPr>
            <p:ph type="ctrTitle"/>
          </p:nvPr>
        </p:nvSpPr>
        <p:spPr>
          <a:xfrm>
            <a:off x="422275" y="192804"/>
            <a:ext cx="11523297" cy="441377"/>
          </a:xfrm>
        </p:spPr>
        <p:txBody>
          <a:bodyPr>
            <a:normAutofit fontScale="90000"/>
          </a:bodyPr>
          <a:lstStyle/>
          <a:p>
            <a:pPr algn="ctr"/>
            <a:r>
              <a:rPr lang="en-US" b="1" dirty="0">
                <a:solidFill>
                  <a:srgbClr val="FF0000"/>
                </a:solidFill>
              </a:rPr>
              <a:t>Characteristics of Operating System</a:t>
            </a:r>
          </a:p>
        </p:txBody>
      </p:sp>
      <p:sp>
        <p:nvSpPr>
          <p:cNvPr id="6" name="Subtitle 5">
            <a:extLst>
              <a:ext uri="{FF2B5EF4-FFF2-40B4-BE49-F238E27FC236}">
                <a16:creationId xmlns:a16="http://schemas.microsoft.com/office/drawing/2014/main" id="{4552F1CF-68AA-447B-B5B0-C65BB72A5D6D}"/>
              </a:ext>
            </a:extLst>
          </p:cNvPr>
          <p:cNvSpPr>
            <a:spLocks noGrp="1"/>
          </p:cNvSpPr>
          <p:nvPr>
            <p:ph type="body" sz="quarter" idx="10"/>
          </p:nvPr>
        </p:nvSpPr>
        <p:spPr>
          <a:xfrm>
            <a:off x="246428" y="634181"/>
            <a:ext cx="11523297" cy="6031015"/>
          </a:xfrm>
        </p:spPr>
        <p:txBody>
          <a:bodyPr vert="horz" lIns="91440" tIns="45720" rIns="91440" bIns="45720" rtlCol="0" anchor="t">
            <a:normAutofit lnSpcReduction="10000"/>
          </a:bodyPr>
          <a:lstStyle/>
          <a:p>
            <a:r>
              <a:rPr lang="en-US" b="1" dirty="0">
                <a:solidFill>
                  <a:srgbClr val="FF0000"/>
                </a:solidFill>
                <a:highlight>
                  <a:srgbClr val="FFFF00"/>
                </a:highlight>
              </a:rPr>
              <a:t>Multitasking: </a:t>
            </a:r>
            <a:r>
              <a:rPr lang="en-US" dirty="0"/>
              <a:t>An OS allows multiple tasks to run simultaneously, enabling users to work on different applications simultaneously. It manages task switching by allocating CPU time to various processes.</a:t>
            </a:r>
          </a:p>
          <a:p>
            <a:r>
              <a:rPr lang="en-US" b="1" dirty="0">
                <a:solidFill>
                  <a:srgbClr val="FF0000"/>
                </a:solidFill>
                <a:highlight>
                  <a:srgbClr val="FFFF00"/>
                </a:highlight>
              </a:rPr>
              <a:t>Multiprogramming:</a:t>
            </a:r>
            <a:r>
              <a:rPr lang="en-US" dirty="0">
                <a:solidFill>
                  <a:srgbClr val="FF0000"/>
                </a:solidFill>
                <a:highlight>
                  <a:srgbClr val="FFFF00"/>
                </a:highlight>
              </a:rPr>
              <a:t> </a:t>
            </a:r>
            <a:r>
              <a:rPr lang="en-US" dirty="0"/>
              <a:t>Multiprogramming measures the OS’s capability to support several programs in memory simultaneously. It keeps the CPU busy and doing something rather than waiting for the next action.</a:t>
            </a:r>
          </a:p>
          <a:p>
            <a:r>
              <a:rPr lang="en-US" b="1" dirty="0">
                <a:solidFill>
                  <a:srgbClr val="FF0000"/>
                </a:solidFill>
                <a:highlight>
                  <a:srgbClr val="FFFF00"/>
                </a:highlight>
              </a:rPr>
              <a:t>Concurrency:</a:t>
            </a:r>
            <a:r>
              <a:rPr lang="en-US" dirty="0">
                <a:solidFill>
                  <a:srgbClr val="FF0000"/>
                </a:solidFill>
                <a:highlight>
                  <a:srgbClr val="FFFF00"/>
                </a:highlight>
              </a:rPr>
              <a:t> </a:t>
            </a:r>
            <a:r>
              <a:rPr lang="en-US" dirty="0"/>
              <a:t>Thus, the operating system enables several processes to run concurrently, allowing some tasks to be conducted simultaneously without causing one process to interfere with another.</a:t>
            </a:r>
            <a:r>
              <a:rPr lang="en-US" b="1" dirty="0"/>
              <a:t> </a:t>
            </a:r>
            <a:endParaRPr lang="en-US" dirty="0"/>
          </a:p>
          <a:p>
            <a:r>
              <a:rPr lang="en-US" b="1" dirty="0">
                <a:solidFill>
                  <a:srgbClr val="FF0000"/>
                </a:solidFill>
                <a:highlight>
                  <a:srgbClr val="FFFF00"/>
                </a:highlight>
              </a:rPr>
              <a:t>Memory Management: </a:t>
            </a:r>
            <a:r>
              <a:rPr lang="en-US" dirty="0"/>
              <a:t>It controls the system’s memory, assigns memory space to purposes, efficiently frees it when there is no need, and ensures each application is given adequate memory to function well.</a:t>
            </a:r>
            <a:r>
              <a:rPr lang="en-US" b="1" dirty="0"/>
              <a:t> </a:t>
            </a:r>
            <a:endParaRPr lang="en-US" dirty="0"/>
          </a:p>
          <a:p>
            <a:r>
              <a:rPr lang="en-US" b="1" dirty="0">
                <a:solidFill>
                  <a:srgbClr val="FF0000"/>
                </a:solidFill>
                <a:highlight>
                  <a:srgbClr val="FFFF00"/>
                </a:highlight>
              </a:rPr>
              <a:t>Device Management: </a:t>
            </a:r>
            <a:r>
              <a:rPr lang="en-US" dirty="0"/>
              <a:t>The OS manages device communication through device drivers, allowing software to interact with hardware components like printers, hard drives and keyboards.</a:t>
            </a:r>
          </a:p>
        </p:txBody>
      </p:sp>
    </p:spTree>
    <p:extLst>
      <p:ext uri="{BB962C8B-B14F-4D97-AF65-F5344CB8AC3E}">
        <p14:creationId xmlns:p14="http://schemas.microsoft.com/office/powerpoint/2010/main" val="40456006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511C98-2412-3E5B-4E5C-AA76C0B4D0E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DBC31FA-EB12-D887-AB33-24130A994039}"/>
              </a:ext>
            </a:extLst>
          </p:cNvPr>
          <p:cNvSpPr>
            <a:spLocks noGrp="1"/>
          </p:cNvSpPr>
          <p:nvPr>
            <p:ph type="ctrTitle"/>
          </p:nvPr>
        </p:nvSpPr>
        <p:spPr>
          <a:xfrm>
            <a:off x="422275" y="192804"/>
            <a:ext cx="11523297" cy="441377"/>
          </a:xfrm>
        </p:spPr>
        <p:txBody>
          <a:bodyPr>
            <a:normAutofit fontScale="90000"/>
          </a:bodyPr>
          <a:lstStyle/>
          <a:p>
            <a:pPr algn="ctr"/>
            <a:r>
              <a:rPr lang="en-US" b="1" dirty="0">
                <a:solidFill>
                  <a:srgbClr val="FF0000"/>
                </a:solidFill>
              </a:rPr>
              <a:t>Characteristics of Operating System</a:t>
            </a:r>
          </a:p>
        </p:txBody>
      </p:sp>
      <p:sp>
        <p:nvSpPr>
          <p:cNvPr id="6" name="Subtitle 5">
            <a:extLst>
              <a:ext uri="{FF2B5EF4-FFF2-40B4-BE49-F238E27FC236}">
                <a16:creationId xmlns:a16="http://schemas.microsoft.com/office/drawing/2014/main" id="{B5C5A47D-3307-E3FE-74BB-F9F5FDE54DF3}"/>
              </a:ext>
            </a:extLst>
          </p:cNvPr>
          <p:cNvSpPr>
            <a:spLocks noGrp="1"/>
          </p:cNvSpPr>
          <p:nvPr>
            <p:ph type="body" sz="quarter" idx="10"/>
          </p:nvPr>
        </p:nvSpPr>
        <p:spPr>
          <a:xfrm>
            <a:off x="117988" y="634181"/>
            <a:ext cx="11651738" cy="6031015"/>
          </a:xfrm>
        </p:spPr>
        <p:txBody>
          <a:bodyPr vert="horz" lIns="91440" tIns="45720" rIns="91440" bIns="45720" rtlCol="0" anchor="t">
            <a:normAutofit lnSpcReduction="10000"/>
          </a:bodyPr>
          <a:lstStyle/>
          <a:p>
            <a:r>
              <a:rPr lang="en-US" b="1" dirty="0">
                <a:solidFill>
                  <a:srgbClr val="FF0000"/>
                </a:solidFill>
                <a:highlight>
                  <a:srgbClr val="FFFF00"/>
                </a:highlight>
              </a:rPr>
              <a:t>Portability: </a:t>
            </a:r>
            <a:r>
              <a:rPr lang="en-US" dirty="0"/>
              <a:t>Many OSs are designed to run on different hardware platforms with minimal modifications, making them portable across various systems.</a:t>
            </a:r>
          </a:p>
          <a:p>
            <a:r>
              <a:rPr lang="en-US" b="1" dirty="0">
                <a:solidFill>
                  <a:srgbClr val="FF0000"/>
                </a:solidFill>
                <a:highlight>
                  <a:srgbClr val="FFFF00"/>
                </a:highlight>
              </a:rPr>
              <a:t>Real-Time Processing:</a:t>
            </a:r>
            <a:r>
              <a:rPr lang="en-US" dirty="0">
                <a:solidFill>
                  <a:srgbClr val="FF0000"/>
                </a:solidFill>
                <a:highlight>
                  <a:srgbClr val="FFFF00"/>
                </a:highlight>
              </a:rPr>
              <a:t> </a:t>
            </a:r>
            <a:r>
              <a:rPr lang="en-US" dirty="0"/>
              <a:t>Operating systems are designed for real-time applications,  where processes must be completed within a specific time frame. They are commonly used in embedded systems and industrial applications.</a:t>
            </a:r>
            <a:r>
              <a:rPr lang="en-US" b="1" dirty="0"/>
              <a:t> </a:t>
            </a:r>
            <a:endParaRPr lang="en-US" dirty="0"/>
          </a:p>
          <a:p>
            <a:r>
              <a:rPr lang="en-US" b="1" dirty="0">
                <a:solidFill>
                  <a:srgbClr val="FF0000"/>
                </a:solidFill>
                <a:highlight>
                  <a:srgbClr val="FFFF00"/>
                </a:highlight>
              </a:rPr>
              <a:t>Virtualization Support: </a:t>
            </a:r>
            <a:r>
              <a:rPr lang="en-US" dirty="0"/>
              <a:t>The modern Operating system supports virtualization, allowing multiple operating systems to run concurrently on the same hardware, improving resource utilization and flexibility.</a:t>
            </a:r>
          </a:p>
          <a:p>
            <a:r>
              <a:rPr lang="en-US" b="1" dirty="0">
                <a:solidFill>
                  <a:srgbClr val="FF0000"/>
                </a:solidFill>
                <a:highlight>
                  <a:srgbClr val="FFFF00"/>
                </a:highlight>
              </a:rPr>
              <a:t>Work Management: </a:t>
            </a:r>
            <a:r>
              <a:rPr lang="en-US" dirty="0"/>
              <a:t>One of the important characteristics of the operating system is task management. It is also considered an important OS function as it controls all the activities related to handling tasks systematically. </a:t>
            </a:r>
          </a:p>
          <a:p>
            <a:r>
              <a:rPr lang="en-US" b="1" dirty="0">
                <a:solidFill>
                  <a:srgbClr val="FF0000"/>
                </a:solidFill>
                <a:highlight>
                  <a:srgbClr val="FFFF00"/>
                </a:highlight>
                <a:hlinkClick r:id="rId3">
                  <a:extLst>
                    <a:ext uri="{A12FA001-AC4F-418D-AE19-62706E023703}">
                      <ahyp:hlinkClr xmlns:ahyp="http://schemas.microsoft.com/office/drawing/2018/hyperlinkcolor" val="tx"/>
                    </a:ext>
                  </a:extLst>
                </a:hlinkClick>
              </a:rPr>
              <a:t>Networking and Coordination</a:t>
            </a:r>
            <a:r>
              <a:rPr lang="en-US" b="1" dirty="0">
                <a:solidFill>
                  <a:srgbClr val="FF0000"/>
                </a:solidFill>
                <a:highlight>
                  <a:srgbClr val="FFFF00"/>
                </a:highlight>
              </a:rPr>
              <a:t>:</a:t>
            </a:r>
            <a:r>
              <a:rPr lang="en-US" dirty="0">
                <a:solidFill>
                  <a:srgbClr val="FF0000"/>
                </a:solidFill>
                <a:highlight>
                  <a:srgbClr val="FFFF00"/>
                </a:highlight>
              </a:rPr>
              <a:t> </a:t>
            </a:r>
            <a:r>
              <a:rPr lang="en-US" dirty="0"/>
              <a:t>Enables communication between computers over a network and coordinates between software and hardware component.</a:t>
            </a:r>
          </a:p>
          <a:p>
            <a:endParaRPr lang="en-US" dirty="0"/>
          </a:p>
          <a:p>
            <a:endParaRPr lang="en-US" dirty="0"/>
          </a:p>
        </p:txBody>
      </p:sp>
    </p:spTree>
    <p:extLst>
      <p:ext uri="{BB962C8B-B14F-4D97-AF65-F5344CB8AC3E}">
        <p14:creationId xmlns:p14="http://schemas.microsoft.com/office/powerpoint/2010/main" val="19856860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8BB181-CF7D-2D38-EE82-BC87A5D33C5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8042080-3352-2FE4-5251-87A480CA16CF}"/>
              </a:ext>
            </a:extLst>
          </p:cNvPr>
          <p:cNvPicPr>
            <a:picLocks noChangeAspect="1"/>
          </p:cNvPicPr>
          <p:nvPr/>
        </p:nvPicPr>
        <p:blipFill>
          <a:blip r:embed="rId3"/>
          <a:stretch>
            <a:fillRect/>
          </a:stretch>
        </p:blipFill>
        <p:spPr>
          <a:xfrm>
            <a:off x="0" y="0"/>
            <a:ext cx="12192000" cy="6858000"/>
          </a:xfrm>
          <a:prstGeom prst="rect">
            <a:avLst/>
          </a:prstGeom>
        </p:spPr>
      </p:pic>
    </p:spTree>
    <p:extLst>
      <p:ext uri="{BB962C8B-B14F-4D97-AF65-F5344CB8AC3E}">
        <p14:creationId xmlns:p14="http://schemas.microsoft.com/office/powerpoint/2010/main" val="30988386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875403B-F6A5-4855-B204-4A9D1F5B268F}"/>
              </a:ext>
            </a:extLst>
          </p:cNvPr>
          <p:cNvSpPr>
            <a:spLocks noGrp="1"/>
          </p:cNvSpPr>
          <p:nvPr>
            <p:ph idx="1"/>
          </p:nvPr>
        </p:nvSpPr>
        <p:spPr>
          <a:xfrm>
            <a:off x="191730" y="132735"/>
            <a:ext cx="11724968" cy="6533536"/>
          </a:xfrm>
        </p:spPr>
        <p:txBody>
          <a:bodyPr>
            <a:normAutofit lnSpcReduction="10000"/>
          </a:bodyPr>
          <a:lstStyle/>
          <a:p>
            <a:pPr fontAlgn="base"/>
            <a:r>
              <a:rPr lang="en-US" sz="2400" b="1" dirty="0">
                <a:solidFill>
                  <a:srgbClr val="FF0000"/>
                </a:solidFill>
                <a:highlight>
                  <a:srgbClr val="FFFF00"/>
                </a:highlight>
              </a:rPr>
              <a:t>1. Program Execution</a:t>
            </a:r>
          </a:p>
          <a:p>
            <a:pPr fontAlgn="base"/>
            <a:r>
              <a:rPr lang="en-US" sz="2400" dirty="0"/>
              <a:t>The Operating System manages program execution by loading programs into memory and scheduling them using algorithms like </a:t>
            </a:r>
            <a:r>
              <a:rPr lang="en-US" sz="2400" u="sng" dirty="0">
                <a:hlinkClick r:id="rId3">
                  <a:extLst>
                    <a:ext uri="{A12FA001-AC4F-418D-AE19-62706E023703}">
                      <ahyp:hlinkClr xmlns:ahyp="http://schemas.microsoft.com/office/drawing/2018/hyperlinkcolor" val="tx"/>
                    </a:ext>
                  </a:extLst>
                </a:hlinkClick>
              </a:rPr>
              <a:t>FCFS</a:t>
            </a:r>
            <a:r>
              <a:rPr lang="en-US" sz="2400" dirty="0"/>
              <a:t>, </a:t>
            </a:r>
            <a:r>
              <a:rPr lang="en-US" sz="2400" u="sng" dirty="0">
                <a:hlinkClick r:id="rId4">
                  <a:extLst>
                    <a:ext uri="{A12FA001-AC4F-418D-AE19-62706E023703}">
                      <ahyp:hlinkClr xmlns:ahyp="http://schemas.microsoft.com/office/drawing/2018/hyperlinkcolor" val="tx"/>
                    </a:ext>
                  </a:extLst>
                </a:hlinkClick>
              </a:rPr>
              <a:t>SJF</a:t>
            </a:r>
            <a:r>
              <a:rPr lang="en-US" sz="2400" dirty="0"/>
              <a:t>. </a:t>
            </a:r>
          </a:p>
          <a:p>
            <a:pPr marL="342900" indent="-342900" fontAlgn="base">
              <a:buFont typeface="Arial" panose="020B0604020202020204" pitchFamily="34" charset="0"/>
              <a:buChar char="•"/>
            </a:pPr>
            <a:r>
              <a:rPr lang="en-US" sz="2400" dirty="0"/>
              <a:t>Loads programs into memory for execution.</a:t>
            </a:r>
          </a:p>
          <a:p>
            <a:pPr marL="342900" indent="-342900" fontAlgn="base">
              <a:buFont typeface="Arial" panose="020B0604020202020204" pitchFamily="34" charset="0"/>
              <a:buChar char="•"/>
            </a:pPr>
            <a:r>
              <a:rPr lang="en-US" sz="2400" dirty="0"/>
              <a:t>Uses CPU scheduling algorithms (FCFS, SJF, etc.) to decide execution order.</a:t>
            </a:r>
          </a:p>
          <a:p>
            <a:pPr fontAlgn="base"/>
            <a:r>
              <a:rPr lang="en-US" sz="2400" b="1" dirty="0">
                <a:solidFill>
                  <a:srgbClr val="FF0000"/>
                </a:solidFill>
                <a:highlight>
                  <a:srgbClr val="FFFF00"/>
                </a:highlight>
              </a:rPr>
              <a:t>2. Input Output Operations</a:t>
            </a:r>
          </a:p>
          <a:p>
            <a:pPr fontAlgn="base"/>
            <a:r>
              <a:rPr lang="en-US" sz="2400" dirty="0"/>
              <a:t>The Operating System manages all input-output operations and enables communication between users, programs, and </a:t>
            </a:r>
            <a:r>
              <a:rPr lang="en-US" sz="2400" u="sng" dirty="0">
                <a:hlinkClick r:id="rId5"/>
              </a:rPr>
              <a:t>device drivers</a:t>
            </a:r>
            <a:r>
              <a:rPr lang="en-US" sz="2400" dirty="0"/>
              <a:t>. Manages all input-output operations.</a:t>
            </a:r>
          </a:p>
          <a:p>
            <a:pPr marL="342900" indent="-342900" fontAlgn="base">
              <a:buFont typeface="Arial" panose="020B0604020202020204" pitchFamily="34" charset="0"/>
              <a:buChar char="•"/>
            </a:pPr>
            <a:r>
              <a:rPr lang="en-US" sz="2400" dirty="0"/>
              <a:t>Communicates with hardware through device drivers.</a:t>
            </a:r>
          </a:p>
          <a:p>
            <a:pPr marL="342900" indent="-342900" fontAlgn="base">
              <a:buFont typeface="Arial" panose="020B0604020202020204" pitchFamily="34" charset="0"/>
              <a:buChar char="•"/>
            </a:pPr>
            <a:r>
              <a:rPr lang="en-US" sz="2400" dirty="0"/>
              <a:t>Ensures proper coordination between devices and the system.</a:t>
            </a:r>
          </a:p>
          <a:p>
            <a:pPr fontAlgn="base"/>
            <a:r>
              <a:rPr lang="en-US" sz="2400" b="1" dirty="0">
                <a:solidFill>
                  <a:srgbClr val="FF0000"/>
                </a:solidFill>
                <a:highlight>
                  <a:srgbClr val="FFFF00"/>
                </a:highlight>
              </a:rPr>
              <a:t>3. Communication Between Processes</a:t>
            </a:r>
          </a:p>
          <a:p>
            <a:pPr fontAlgn="base"/>
            <a:r>
              <a:rPr lang="en-US" sz="2400" dirty="0"/>
              <a:t>The Operating System manages communication between processes and enables smooth data transfer among them. It handles both local communication on the same computer and communication across networked systems. </a:t>
            </a:r>
          </a:p>
          <a:p>
            <a:pPr marL="342900" indent="-342900" fontAlgn="base">
              <a:buFont typeface="Arial" panose="020B0604020202020204" pitchFamily="34" charset="0"/>
              <a:buChar char="•"/>
            </a:pPr>
            <a:r>
              <a:rPr lang="en-US" sz="2400" dirty="0"/>
              <a:t>Manages inter-process communication (IPC).</a:t>
            </a:r>
          </a:p>
          <a:p>
            <a:pPr marL="342900" indent="-342900" fontAlgn="base">
              <a:buFont typeface="Arial" panose="020B0604020202020204" pitchFamily="34" charset="0"/>
              <a:buChar char="•"/>
            </a:pPr>
            <a:r>
              <a:rPr lang="en-US" sz="2400" dirty="0"/>
              <a:t>Enables data transfer between processes.</a:t>
            </a:r>
          </a:p>
          <a:p>
            <a:pPr marL="342900" indent="-342900" fontAlgn="base">
              <a:buFont typeface="Arial" panose="020B0604020202020204" pitchFamily="34" charset="0"/>
              <a:buChar char="•"/>
            </a:pPr>
            <a:endParaRPr lang="en-US" sz="2400" dirty="0"/>
          </a:p>
          <a:p>
            <a:pPr fontAlgn="base"/>
            <a:endParaRPr lang="en-US" dirty="0"/>
          </a:p>
        </p:txBody>
      </p:sp>
      <p:sp>
        <p:nvSpPr>
          <p:cNvPr id="35" name="Slide Number Placeholder 34">
            <a:extLst>
              <a:ext uri="{FF2B5EF4-FFF2-40B4-BE49-F238E27FC236}">
                <a16:creationId xmlns:a16="http://schemas.microsoft.com/office/drawing/2014/main" id="{253F77DE-9A00-003D-3E35-AA011DA6A27F}"/>
              </a:ext>
            </a:extLst>
          </p:cNvPr>
          <p:cNvSpPr>
            <a:spLocks noGrp="1"/>
          </p:cNvSpPr>
          <p:nvPr>
            <p:ph type="sldNum" sz="quarter" idx="4"/>
          </p:nvPr>
        </p:nvSpPr>
        <p:spPr/>
        <p:txBody>
          <a:bodyPr/>
          <a:lstStyle/>
          <a:p>
            <a:fld id="{3A4F6043-7A67-491B-98BC-F933DED7226D}" type="slidenum">
              <a:rPr lang="en-US" smtClean="0"/>
              <a:pPr/>
              <a:t>14</a:t>
            </a:fld>
            <a:endParaRPr lang="en-US" dirty="0"/>
          </a:p>
        </p:txBody>
      </p:sp>
      <p:sp>
        <p:nvSpPr>
          <p:cNvPr id="4" name="Slide Number Placeholder 5">
            <a:extLst>
              <a:ext uri="{FF2B5EF4-FFF2-40B4-BE49-F238E27FC236}">
                <a16:creationId xmlns:a16="http://schemas.microsoft.com/office/drawing/2014/main" id="{2AD73156-2390-BB42-48B5-818ECA165475}"/>
              </a:ext>
            </a:extLst>
          </p:cNvPr>
          <p:cNvSpPr txBox="1">
            <a:spLocks/>
          </p:cNvSpPr>
          <p:nvPr/>
        </p:nvSpPr>
        <p:spPr>
          <a:xfrm>
            <a:off x="11503152" y="0"/>
            <a:ext cx="685800" cy="6858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A4F6043-7A67-491B-98BC-F933DED7226D}" type="slidenum">
              <a:rPr lang="en-US" smtClean="0"/>
              <a:pPr/>
              <a:t>14</a:t>
            </a:fld>
            <a:endParaRPr lang="en-US" dirty="0"/>
          </a:p>
        </p:txBody>
      </p:sp>
    </p:spTree>
    <p:extLst>
      <p:ext uri="{BB962C8B-B14F-4D97-AF65-F5344CB8AC3E}">
        <p14:creationId xmlns:p14="http://schemas.microsoft.com/office/powerpoint/2010/main" val="11956282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72C326-B2A2-4244-2AA0-9EB142C7940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C1334F7-E69C-688C-DC39-C92F0DB20598}"/>
              </a:ext>
            </a:extLst>
          </p:cNvPr>
          <p:cNvSpPr>
            <a:spLocks noGrp="1"/>
          </p:cNvSpPr>
          <p:nvPr>
            <p:ph idx="1"/>
          </p:nvPr>
        </p:nvSpPr>
        <p:spPr>
          <a:xfrm>
            <a:off x="91587" y="-176981"/>
            <a:ext cx="11754465" cy="6931742"/>
          </a:xfrm>
        </p:spPr>
        <p:txBody>
          <a:bodyPr>
            <a:normAutofit fontScale="77500" lnSpcReduction="20000"/>
          </a:bodyPr>
          <a:lstStyle/>
          <a:p>
            <a:pPr fontAlgn="base"/>
            <a:endParaRPr lang="en-US" dirty="0"/>
          </a:p>
          <a:p>
            <a:pPr fontAlgn="base"/>
            <a:r>
              <a:rPr lang="en-US" sz="2900" b="1" dirty="0">
                <a:solidFill>
                  <a:srgbClr val="FF0000"/>
                </a:solidFill>
                <a:highlight>
                  <a:srgbClr val="FFFF00"/>
                </a:highlight>
              </a:rPr>
              <a:t>4. File Management</a:t>
            </a:r>
          </a:p>
          <a:p>
            <a:pPr fontAlgn="base"/>
            <a:r>
              <a:rPr lang="en-US" sz="2600" dirty="0"/>
              <a:t>The Operating System manages all file operations by granting programs the required access permissions such as read-only or read-write. It allows users to create, delete, store, and organize files across devices like, </a:t>
            </a:r>
            <a:r>
              <a:rPr lang="en-US" sz="2600" u="sng" dirty="0">
                <a:hlinkClick r:id="rId3"/>
              </a:rPr>
              <a:t>floppy disk</a:t>
            </a:r>
            <a:r>
              <a:rPr lang="en-US" sz="2600" dirty="0"/>
              <a:t> or pen drives. </a:t>
            </a:r>
          </a:p>
          <a:p>
            <a:pPr marL="285750" indent="-285750" fontAlgn="base">
              <a:buFont typeface="Arial" panose="020B0604020202020204" pitchFamily="34" charset="0"/>
              <a:buChar char="•"/>
            </a:pPr>
            <a:r>
              <a:rPr lang="en-US" sz="2600" dirty="0"/>
              <a:t>Grant's programs file access with permissions like read-only or read-write.</a:t>
            </a:r>
          </a:p>
          <a:p>
            <a:pPr marL="285750" indent="-285750" fontAlgn="base">
              <a:buFont typeface="Arial" panose="020B0604020202020204" pitchFamily="34" charset="0"/>
              <a:buChar char="•"/>
            </a:pPr>
            <a:r>
              <a:rPr lang="en-US" sz="2600" dirty="0"/>
              <a:t>Allows users to create, delete, and organize files.</a:t>
            </a:r>
          </a:p>
          <a:p>
            <a:pPr marL="285750" indent="-285750" fontAlgn="base">
              <a:buFont typeface="Arial" panose="020B0604020202020204" pitchFamily="34" charset="0"/>
              <a:buChar char="•"/>
            </a:pPr>
            <a:r>
              <a:rPr lang="en-US" sz="2600" dirty="0"/>
              <a:t>Manages file storage across devices such as hard disks and pen drives.</a:t>
            </a:r>
          </a:p>
          <a:p>
            <a:pPr fontAlgn="base"/>
            <a:r>
              <a:rPr lang="en-US" sz="2900" b="1" dirty="0">
                <a:solidFill>
                  <a:srgbClr val="FF0000"/>
                </a:solidFill>
                <a:highlight>
                  <a:srgbClr val="FFFF00"/>
                </a:highlight>
              </a:rPr>
              <a:t>5. Memory Management</a:t>
            </a:r>
          </a:p>
          <a:p>
            <a:pPr fontAlgn="base"/>
            <a:r>
              <a:rPr lang="en-US" sz="2600" dirty="0"/>
              <a:t>The OS manages memory like a cricket team manager choosing players. Just as the manager decides whether a player enters the playing 11 or 15 based on performance, the OS checks whether a new program meets the requirements for memory. </a:t>
            </a:r>
          </a:p>
          <a:p>
            <a:pPr marL="285750" indent="-285750" fontAlgn="base">
              <a:buFont typeface="Arial" panose="020B0604020202020204" pitchFamily="34" charset="0"/>
              <a:buChar char="•"/>
            </a:pPr>
            <a:r>
              <a:rPr lang="en-US" sz="2600" dirty="0"/>
              <a:t>It decides how much memory the program needs.</a:t>
            </a:r>
          </a:p>
          <a:p>
            <a:pPr marL="285750" indent="-285750" fontAlgn="base">
              <a:buFont typeface="Arial" panose="020B0604020202020204" pitchFamily="34" charset="0"/>
              <a:buChar char="•"/>
            </a:pPr>
            <a:r>
              <a:rPr lang="en-US" sz="2600" dirty="0"/>
              <a:t>Loads the program into a suitable memory location.</a:t>
            </a:r>
          </a:p>
          <a:p>
            <a:pPr marL="285750" indent="-285750" fontAlgn="base">
              <a:buFont typeface="Arial" panose="020B0604020202020204" pitchFamily="34" charset="0"/>
              <a:buChar char="•"/>
            </a:pPr>
            <a:r>
              <a:rPr lang="en-US" sz="2600" dirty="0"/>
              <a:t>Prevents programs from using unnecessary or extra memory.</a:t>
            </a:r>
          </a:p>
          <a:p>
            <a:pPr fontAlgn="base"/>
            <a:r>
              <a:rPr lang="en-US" sz="2600" b="1" dirty="0">
                <a:solidFill>
                  <a:srgbClr val="FF0000"/>
                </a:solidFill>
                <a:highlight>
                  <a:srgbClr val="FFFF00"/>
                </a:highlight>
              </a:rPr>
              <a:t>6. Process Management</a:t>
            </a:r>
          </a:p>
          <a:p>
            <a:pPr fontAlgn="base"/>
            <a:r>
              <a:rPr lang="en-US" sz="2600" dirty="0"/>
              <a:t>Process management can be understood by imagining the kitchen stove as the CPU and the chef as the Operating System. The chef must cook multiple dishes (programs) and ensures no single dish takes too much time so that every dish gets a fair chance to be cooked. In this way, the OS schedules and manages all programs efficiently to keep the system running smoothly.</a:t>
            </a:r>
          </a:p>
          <a:p>
            <a:pPr marL="285750" indent="-285750" fontAlgn="base">
              <a:buFont typeface="Arial" panose="020B0604020202020204" pitchFamily="34" charset="0"/>
              <a:buChar char="•"/>
            </a:pPr>
            <a:r>
              <a:rPr lang="en-US" sz="2600" dirty="0"/>
              <a:t>CPU is like the kitchen stove where execution happens.</a:t>
            </a:r>
          </a:p>
          <a:p>
            <a:pPr marL="285750" indent="-285750" fontAlgn="base">
              <a:buFont typeface="Arial" panose="020B0604020202020204" pitchFamily="34" charset="0"/>
              <a:buChar char="•"/>
            </a:pPr>
            <a:r>
              <a:rPr lang="en-US" sz="2600" dirty="0"/>
              <a:t>OS (chef) ensures each program gets fair execution time.</a:t>
            </a:r>
          </a:p>
          <a:p>
            <a:pPr marL="285750" indent="-285750" fontAlgn="base">
              <a:buFont typeface="Arial" panose="020B0604020202020204" pitchFamily="34" charset="0"/>
              <a:buChar char="•"/>
            </a:pPr>
            <a:r>
              <a:rPr lang="en-US" sz="2600" dirty="0"/>
              <a:t>Prevents any program from occupying the CPU for too long.</a:t>
            </a:r>
          </a:p>
          <a:p>
            <a:pPr marL="285750" indent="-285750" fontAlgn="base">
              <a:buFont typeface="Arial" panose="020B0604020202020204" pitchFamily="34" charset="0"/>
              <a:buChar char="•"/>
            </a:pPr>
            <a:endParaRPr lang="en-US" sz="2100" dirty="0"/>
          </a:p>
          <a:p>
            <a:pPr marL="285750" indent="-285750" fontAlgn="base">
              <a:buFont typeface="Arial" panose="020B0604020202020204" pitchFamily="34" charset="0"/>
              <a:buChar char="•"/>
            </a:pPr>
            <a:endParaRPr lang="en-US" dirty="0"/>
          </a:p>
        </p:txBody>
      </p:sp>
      <p:sp>
        <p:nvSpPr>
          <p:cNvPr id="35" name="Slide Number Placeholder 34">
            <a:extLst>
              <a:ext uri="{FF2B5EF4-FFF2-40B4-BE49-F238E27FC236}">
                <a16:creationId xmlns:a16="http://schemas.microsoft.com/office/drawing/2014/main" id="{1C8976D4-73C0-8A67-8DB8-30DF6A58D655}"/>
              </a:ext>
            </a:extLst>
          </p:cNvPr>
          <p:cNvSpPr>
            <a:spLocks noGrp="1"/>
          </p:cNvSpPr>
          <p:nvPr>
            <p:ph type="sldNum" sz="quarter" idx="4"/>
          </p:nvPr>
        </p:nvSpPr>
        <p:spPr/>
        <p:txBody>
          <a:bodyPr/>
          <a:lstStyle/>
          <a:p>
            <a:fld id="{3A4F6043-7A67-491B-98BC-F933DED7226D}" type="slidenum">
              <a:rPr lang="en-US" smtClean="0"/>
              <a:pPr/>
              <a:t>15</a:t>
            </a:fld>
            <a:endParaRPr lang="en-US" dirty="0"/>
          </a:p>
        </p:txBody>
      </p:sp>
      <p:sp>
        <p:nvSpPr>
          <p:cNvPr id="4" name="Slide Number Placeholder 5">
            <a:extLst>
              <a:ext uri="{FF2B5EF4-FFF2-40B4-BE49-F238E27FC236}">
                <a16:creationId xmlns:a16="http://schemas.microsoft.com/office/drawing/2014/main" id="{1C64A706-9BD6-F7B0-9E83-215E99226781}"/>
              </a:ext>
            </a:extLst>
          </p:cNvPr>
          <p:cNvSpPr txBox="1">
            <a:spLocks/>
          </p:cNvSpPr>
          <p:nvPr/>
        </p:nvSpPr>
        <p:spPr>
          <a:xfrm>
            <a:off x="11503152" y="0"/>
            <a:ext cx="685800" cy="6858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A4F6043-7A67-491B-98BC-F933DED7226D}" type="slidenum">
              <a:rPr lang="en-US" smtClean="0"/>
              <a:pPr/>
              <a:t>15</a:t>
            </a:fld>
            <a:endParaRPr lang="en-US" dirty="0"/>
          </a:p>
        </p:txBody>
      </p:sp>
    </p:spTree>
    <p:extLst>
      <p:ext uri="{BB962C8B-B14F-4D97-AF65-F5344CB8AC3E}">
        <p14:creationId xmlns:p14="http://schemas.microsoft.com/office/powerpoint/2010/main" val="23484397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55E98C-D4F5-07E9-8FAE-F33F4545BCD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9EEDA9-6597-89CC-7C8F-19C0990C828A}"/>
              </a:ext>
            </a:extLst>
          </p:cNvPr>
          <p:cNvSpPr>
            <a:spLocks noGrp="1"/>
          </p:cNvSpPr>
          <p:nvPr>
            <p:ph idx="1"/>
          </p:nvPr>
        </p:nvSpPr>
        <p:spPr>
          <a:xfrm>
            <a:off x="132735" y="162232"/>
            <a:ext cx="11754465" cy="6400800"/>
          </a:xfrm>
        </p:spPr>
        <p:txBody>
          <a:bodyPr>
            <a:normAutofit lnSpcReduction="10000"/>
          </a:bodyPr>
          <a:lstStyle/>
          <a:p>
            <a:pPr fontAlgn="base"/>
            <a:r>
              <a:rPr lang="en-US" sz="2600" b="1" dirty="0">
                <a:solidFill>
                  <a:srgbClr val="FF0000"/>
                </a:solidFill>
                <a:highlight>
                  <a:srgbClr val="FFFF00"/>
                </a:highlight>
              </a:rPr>
              <a:t>7. Security and Privacy</a:t>
            </a:r>
          </a:p>
          <a:p>
            <a:pPr fontAlgn="base"/>
            <a:r>
              <a:rPr lang="en-US" sz="2200" b="1" dirty="0"/>
              <a:t>Security</a:t>
            </a:r>
          </a:p>
          <a:p>
            <a:pPr fontAlgn="base"/>
            <a:r>
              <a:rPr lang="en-US" sz="2200" dirty="0"/>
              <a:t>The Operating System keeps the computer safe from unauthorized users by adding protective security layers. It defends the system from threats like </a:t>
            </a:r>
            <a:r>
              <a:rPr lang="en-US" sz="2200" u="sng" dirty="0">
                <a:hlinkClick r:id="rId3">
                  <a:extLst>
                    <a:ext uri="{A12FA001-AC4F-418D-AE19-62706E023703}">
                      <ahyp:hlinkClr xmlns:ahyp="http://schemas.microsoft.com/office/drawing/2018/hyperlinkcolor" val="tx"/>
                    </a:ext>
                  </a:extLst>
                </a:hlinkClick>
              </a:rPr>
              <a:t>viruses</a:t>
            </a:r>
            <a:r>
              <a:rPr lang="en-US" sz="2200" dirty="0"/>
              <a:t> and hackers through tools such as </a:t>
            </a:r>
            <a:r>
              <a:rPr lang="en-US" sz="2200" u="sng" dirty="0">
                <a:hlinkClick r:id="rId4">
                  <a:extLst>
                    <a:ext uri="{A12FA001-AC4F-418D-AE19-62706E023703}">
                      <ahyp:hlinkClr xmlns:ahyp="http://schemas.microsoft.com/office/drawing/2018/hyperlinkcolor" val="tx"/>
                    </a:ext>
                  </a:extLst>
                </a:hlinkClick>
              </a:rPr>
              <a:t>firewalls</a:t>
            </a:r>
            <a:r>
              <a:rPr lang="en-US" sz="2200" dirty="0"/>
              <a:t> and antivirus software. These measures ensure the safety of the computer and its data.</a:t>
            </a:r>
          </a:p>
          <a:p>
            <a:pPr marL="285750" indent="-285750" fontAlgn="base">
              <a:buFont typeface="Arial" panose="020B0604020202020204" pitchFamily="34" charset="0"/>
              <a:buChar char="•"/>
            </a:pPr>
            <a:r>
              <a:rPr lang="en-US" sz="2200" dirty="0"/>
              <a:t>Blocks unauthorized access to the system.</a:t>
            </a:r>
          </a:p>
          <a:p>
            <a:pPr marL="285750" indent="-285750" fontAlgn="base">
              <a:buFont typeface="Arial" panose="020B0604020202020204" pitchFamily="34" charset="0"/>
              <a:buChar char="•"/>
            </a:pPr>
            <a:r>
              <a:rPr lang="en-US" sz="2200" dirty="0"/>
              <a:t>Protects against viruses and malware.</a:t>
            </a:r>
          </a:p>
          <a:p>
            <a:pPr marL="285750" indent="-285750" fontAlgn="base">
              <a:buFont typeface="Arial" panose="020B0604020202020204" pitchFamily="34" charset="0"/>
              <a:buChar char="•"/>
            </a:pPr>
            <a:r>
              <a:rPr lang="en-US" sz="2200" dirty="0"/>
              <a:t>Uses firewalls and antivirus tools for defense.</a:t>
            </a:r>
          </a:p>
          <a:p>
            <a:pPr fontAlgn="base"/>
            <a:r>
              <a:rPr lang="en-US" sz="2200" b="1" dirty="0"/>
              <a:t>Privacy</a:t>
            </a:r>
          </a:p>
          <a:p>
            <a:pPr fontAlgn="base"/>
            <a:r>
              <a:rPr lang="en-US" sz="2200" dirty="0"/>
              <a:t>The Operating System helps keep personal information private, similar to locking a door that only you can open. It ensures that sensitive files and data remain hidden from others. In this way, the OS respects user confidentiality and protects important information.</a:t>
            </a:r>
          </a:p>
          <a:p>
            <a:pPr marL="342900" indent="-342900" fontAlgn="base">
              <a:buFont typeface="Arial" panose="020B0604020202020204" pitchFamily="34" charset="0"/>
              <a:buChar char="•"/>
            </a:pPr>
            <a:r>
              <a:rPr lang="en-US" sz="2200" dirty="0"/>
              <a:t>Keeps personal data hidden from others.</a:t>
            </a:r>
          </a:p>
          <a:p>
            <a:pPr marL="342900" indent="-342900" fontAlgn="base">
              <a:buFont typeface="Arial" panose="020B0604020202020204" pitchFamily="34" charset="0"/>
              <a:buChar char="•"/>
            </a:pPr>
            <a:r>
              <a:rPr lang="en-US" sz="2200" dirty="0"/>
              <a:t>Provides access control options like passwords.</a:t>
            </a:r>
          </a:p>
          <a:p>
            <a:pPr marL="342900" indent="-342900" fontAlgn="base">
              <a:buFont typeface="Arial" panose="020B0604020202020204" pitchFamily="34" charset="0"/>
              <a:buChar char="•"/>
            </a:pPr>
            <a:r>
              <a:rPr lang="en-US" sz="2200" dirty="0"/>
              <a:t>Ensures only authorized users can view files.</a:t>
            </a:r>
          </a:p>
          <a:p>
            <a:pPr marL="342900" indent="-342900" fontAlgn="base">
              <a:buFont typeface="Arial" panose="020B0604020202020204" pitchFamily="34" charset="0"/>
              <a:buChar char="•"/>
            </a:pPr>
            <a:r>
              <a:rPr lang="en-US" sz="2200" dirty="0"/>
              <a:t>Protects sensitive information from misuse.</a:t>
            </a:r>
          </a:p>
          <a:p>
            <a:pPr fontAlgn="base"/>
            <a:endParaRPr lang="en-US" b="1" dirty="0"/>
          </a:p>
        </p:txBody>
      </p:sp>
      <p:sp>
        <p:nvSpPr>
          <p:cNvPr id="35" name="Slide Number Placeholder 34">
            <a:extLst>
              <a:ext uri="{FF2B5EF4-FFF2-40B4-BE49-F238E27FC236}">
                <a16:creationId xmlns:a16="http://schemas.microsoft.com/office/drawing/2014/main" id="{D0463F93-E4C4-7E52-346E-97251DF651C1}"/>
              </a:ext>
            </a:extLst>
          </p:cNvPr>
          <p:cNvSpPr>
            <a:spLocks noGrp="1"/>
          </p:cNvSpPr>
          <p:nvPr>
            <p:ph type="sldNum" sz="quarter" idx="4"/>
          </p:nvPr>
        </p:nvSpPr>
        <p:spPr/>
        <p:txBody>
          <a:bodyPr/>
          <a:lstStyle/>
          <a:p>
            <a:fld id="{3A4F6043-7A67-491B-98BC-F933DED7226D}" type="slidenum">
              <a:rPr lang="en-US" smtClean="0"/>
              <a:pPr/>
              <a:t>16</a:t>
            </a:fld>
            <a:endParaRPr lang="en-US" dirty="0"/>
          </a:p>
        </p:txBody>
      </p:sp>
      <p:sp>
        <p:nvSpPr>
          <p:cNvPr id="4" name="Slide Number Placeholder 5">
            <a:extLst>
              <a:ext uri="{FF2B5EF4-FFF2-40B4-BE49-F238E27FC236}">
                <a16:creationId xmlns:a16="http://schemas.microsoft.com/office/drawing/2014/main" id="{E64D2728-4104-E1C8-AA45-834963BD5730}"/>
              </a:ext>
            </a:extLst>
          </p:cNvPr>
          <p:cNvSpPr txBox="1">
            <a:spLocks/>
          </p:cNvSpPr>
          <p:nvPr/>
        </p:nvSpPr>
        <p:spPr>
          <a:xfrm>
            <a:off x="11503152" y="0"/>
            <a:ext cx="685800" cy="6858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A4F6043-7A67-491B-98BC-F933DED7226D}" type="slidenum">
              <a:rPr lang="en-US" smtClean="0"/>
              <a:pPr/>
              <a:t>16</a:t>
            </a:fld>
            <a:endParaRPr lang="en-US" dirty="0"/>
          </a:p>
        </p:txBody>
      </p:sp>
    </p:spTree>
    <p:extLst>
      <p:ext uri="{BB962C8B-B14F-4D97-AF65-F5344CB8AC3E}">
        <p14:creationId xmlns:p14="http://schemas.microsoft.com/office/powerpoint/2010/main" val="41360327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7CF7F1-F605-FF63-A1F3-979B39DAF0B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87F5DA3-DC33-129E-42D5-BC7D0E38F615}"/>
              </a:ext>
            </a:extLst>
          </p:cNvPr>
          <p:cNvSpPr>
            <a:spLocks noGrp="1"/>
          </p:cNvSpPr>
          <p:nvPr>
            <p:ph idx="1"/>
          </p:nvPr>
        </p:nvSpPr>
        <p:spPr>
          <a:xfrm>
            <a:off x="132735" y="162232"/>
            <a:ext cx="11754465" cy="6400800"/>
          </a:xfrm>
        </p:spPr>
        <p:txBody>
          <a:bodyPr>
            <a:normAutofit/>
          </a:bodyPr>
          <a:lstStyle/>
          <a:p>
            <a:pPr fontAlgn="base"/>
            <a:r>
              <a:rPr lang="en-US" sz="2000" b="1" dirty="0">
                <a:solidFill>
                  <a:srgbClr val="FF0000"/>
                </a:solidFill>
                <a:highlight>
                  <a:srgbClr val="FFFF00"/>
                </a:highlight>
              </a:rPr>
              <a:t>8. Resource Management</a:t>
            </a:r>
          </a:p>
          <a:p>
            <a:pPr fontAlgn="base"/>
            <a:r>
              <a:rPr lang="en-US" dirty="0"/>
              <a:t>The Operating System manages how system resources are shared among different processes. It allocates CPU time using </a:t>
            </a:r>
            <a:r>
              <a:rPr lang="en-US" u="sng" dirty="0">
                <a:hlinkClick r:id="rId3"/>
              </a:rPr>
              <a:t>CPU Scheduling Algorithms</a:t>
            </a:r>
            <a:r>
              <a:rPr lang="en-US" dirty="0"/>
              <a:t>, handles </a:t>
            </a:r>
            <a:r>
              <a:rPr lang="en-US" u="sng" dirty="0">
                <a:hlinkClick r:id="rId4"/>
              </a:rPr>
              <a:t>memory management</a:t>
            </a:r>
            <a:r>
              <a:rPr lang="en-US" dirty="0"/>
              <a:t>, and controls input-output devices. By deciding which process gets which resource, the OS ensures proper and efficient use of all available resources.</a:t>
            </a:r>
          </a:p>
          <a:p>
            <a:pPr marL="285750" indent="-285750" fontAlgn="base">
              <a:buFont typeface="Arial" panose="020B0604020202020204" pitchFamily="34" charset="0"/>
              <a:buChar char="•"/>
            </a:pPr>
            <a:r>
              <a:rPr lang="en-US" dirty="0"/>
              <a:t>Shares system resources among multiple processes.</a:t>
            </a:r>
          </a:p>
          <a:p>
            <a:pPr marL="285750" indent="-285750" fontAlgn="base">
              <a:buFont typeface="Arial" panose="020B0604020202020204" pitchFamily="34" charset="0"/>
              <a:buChar char="•"/>
            </a:pPr>
            <a:r>
              <a:rPr lang="en-US" dirty="0"/>
              <a:t>Allocates CPU time using scheduling algorithms.</a:t>
            </a:r>
          </a:p>
          <a:p>
            <a:pPr marL="285750" indent="-285750" fontAlgn="base">
              <a:buFont typeface="Arial" panose="020B0604020202020204" pitchFamily="34" charset="0"/>
              <a:buChar char="•"/>
            </a:pPr>
            <a:r>
              <a:rPr lang="en-US" dirty="0"/>
              <a:t>Manages memory and input-output devices.</a:t>
            </a:r>
          </a:p>
          <a:p>
            <a:pPr marL="285750" indent="-285750" fontAlgn="base">
              <a:buFont typeface="Arial" panose="020B0604020202020204" pitchFamily="34" charset="0"/>
              <a:buChar char="•"/>
            </a:pPr>
            <a:r>
              <a:rPr lang="en-US" dirty="0"/>
              <a:t>Ensures efficient and proper use of all resources.</a:t>
            </a:r>
          </a:p>
          <a:p>
            <a:pPr fontAlgn="base"/>
            <a:r>
              <a:rPr lang="en-US" sz="2000" b="1" dirty="0">
                <a:solidFill>
                  <a:srgbClr val="FF0000"/>
                </a:solidFill>
                <a:highlight>
                  <a:srgbClr val="FFFF00"/>
                </a:highlight>
              </a:rPr>
              <a:t>9. User Interface</a:t>
            </a:r>
          </a:p>
          <a:p>
            <a:pPr fontAlgn="base"/>
            <a:r>
              <a:rPr lang="en-US" dirty="0"/>
              <a:t>The Operating System provides a user interface that allows users to interact with the system either through a </a:t>
            </a:r>
            <a:r>
              <a:rPr lang="en-US" u="sng" dirty="0">
                <a:hlinkClick r:id="rId5"/>
              </a:rPr>
              <a:t>command-line interface</a:t>
            </a:r>
            <a:r>
              <a:rPr lang="en-US" dirty="0"/>
              <a:t>(CLI) or a Graphical User Interface (GUI). In a CLI, the command interpreter executes user-typed commands. A GUI offers a mouse-based window and menu system that makes interaction easier and more visual.</a:t>
            </a:r>
          </a:p>
          <a:p>
            <a:pPr marL="285750" indent="-285750" fontAlgn="base">
              <a:buFont typeface="Arial" panose="020B0604020202020204" pitchFamily="34" charset="0"/>
              <a:buChar char="•"/>
            </a:pPr>
            <a:r>
              <a:rPr lang="en-US" dirty="0"/>
              <a:t>Provides both CLI and GUI for user interaction.</a:t>
            </a:r>
          </a:p>
          <a:p>
            <a:pPr marL="285750" indent="-285750" fontAlgn="base">
              <a:buFont typeface="Arial" panose="020B0604020202020204" pitchFamily="34" charset="0"/>
              <a:buChar char="•"/>
            </a:pPr>
            <a:r>
              <a:rPr lang="en-US" dirty="0"/>
              <a:t>CLI uses a command interpreter to run user commands.</a:t>
            </a:r>
          </a:p>
          <a:p>
            <a:pPr marL="285750" indent="-285750" fontAlgn="base">
              <a:buFont typeface="Arial" panose="020B0604020202020204" pitchFamily="34" charset="0"/>
              <a:buChar char="•"/>
            </a:pPr>
            <a:r>
              <a:rPr lang="en-US" dirty="0"/>
              <a:t>GUI offers windows, icons, and menus for easy use.</a:t>
            </a:r>
          </a:p>
          <a:p>
            <a:pPr marL="285750" indent="-285750" fontAlgn="base">
              <a:buFont typeface="Arial" panose="020B0604020202020204" pitchFamily="34" charset="0"/>
              <a:buChar char="•"/>
            </a:pPr>
            <a:r>
              <a:rPr lang="en-US" dirty="0"/>
              <a:t>Helps users communicate smoothly with the operating system.</a:t>
            </a:r>
          </a:p>
          <a:p>
            <a:pPr fontAlgn="base"/>
            <a:endParaRPr lang="en-US" dirty="0"/>
          </a:p>
        </p:txBody>
      </p:sp>
      <p:sp>
        <p:nvSpPr>
          <p:cNvPr id="35" name="Slide Number Placeholder 34">
            <a:extLst>
              <a:ext uri="{FF2B5EF4-FFF2-40B4-BE49-F238E27FC236}">
                <a16:creationId xmlns:a16="http://schemas.microsoft.com/office/drawing/2014/main" id="{FED65050-33D9-57A1-BE14-EA032C4D4022}"/>
              </a:ext>
            </a:extLst>
          </p:cNvPr>
          <p:cNvSpPr>
            <a:spLocks noGrp="1"/>
          </p:cNvSpPr>
          <p:nvPr>
            <p:ph type="sldNum" sz="quarter" idx="4"/>
          </p:nvPr>
        </p:nvSpPr>
        <p:spPr/>
        <p:txBody>
          <a:bodyPr/>
          <a:lstStyle/>
          <a:p>
            <a:fld id="{3A4F6043-7A67-491B-98BC-F933DED7226D}" type="slidenum">
              <a:rPr lang="en-US" smtClean="0"/>
              <a:pPr/>
              <a:t>17</a:t>
            </a:fld>
            <a:endParaRPr lang="en-US" dirty="0"/>
          </a:p>
        </p:txBody>
      </p:sp>
      <p:sp>
        <p:nvSpPr>
          <p:cNvPr id="4" name="Slide Number Placeholder 5">
            <a:extLst>
              <a:ext uri="{FF2B5EF4-FFF2-40B4-BE49-F238E27FC236}">
                <a16:creationId xmlns:a16="http://schemas.microsoft.com/office/drawing/2014/main" id="{73036AF6-6AF0-CA8B-B27D-0EDB0E3C7F45}"/>
              </a:ext>
            </a:extLst>
          </p:cNvPr>
          <p:cNvSpPr txBox="1">
            <a:spLocks/>
          </p:cNvSpPr>
          <p:nvPr/>
        </p:nvSpPr>
        <p:spPr>
          <a:xfrm>
            <a:off x="11503152" y="0"/>
            <a:ext cx="685800" cy="6858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A4F6043-7A67-491B-98BC-F933DED7226D}" type="slidenum">
              <a:rPr lang="en-US" smtClean="0"/>
              <a:pPr/>
              <a:t>17</a:t>
            </a:fld>
            <a:endParaRPr lang="en-US" dirty="0"/>
          </a:p>
        </p:txBody>
      </p:sp>
    </p:spTree>
    <p:extLst>
      <p:ext uri="{BB962C8B-B14F-4D97-AF65-F5344CB8AC3E}">
        <p14:creationId xmlns:p14="http://schemas.microsoft.com/office/powerpoint/2010/main" val="1804424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E27856-473A-AFF8-F461-E1E89C16611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7AA08E9-1E60-8E81-8576-694F2BEFCCC7}"/>
              </a:ext>
            </a:extLst>
          </p:cNvPr>
          <p:cNvSpPr>
            <a:spLocks noGrp="1"/>
          </p:cNvSpPr>
          <p:nvPr>
            <p:ph idx="1"/>
          </p:nvPr>
        </p:nvSpPr>
        <p:spPr>
          <a:xfrm>
            <a:off x="132735" y="147483"/>
            <a:ext cx="12056217" cy="6607277"/>
          </a:xfrm>
        </p:spPr>
        <p:txBody>
          <a:bodyPr>
            <a:normAutofit/>
          </a:bodyPr>
          <a:lstStyle/>
          <a:p>
            <a:pPr fontAlgn="base"/>
            <a:r>
              <a:rPr lang="en-US" sz="2400" b="1" dirty="0">
                <a:solidFill>
                  <a:srgbClr val="FF0000"/>
                </a:solidFill>
                <a:highlight>
                  <a:srgbClr val="FFFF00"/>
                </a:highlight>
              </a:rPr>
              <a:t>10. Error Handling</a:t>
            </a:r>
          </a:p>
          <a:p>
            <a:pPr fontAlgn="base"/>
            <a:r>
              <a:rPr lang="en-US" sz="2000" dirty="0"/>
              <a:t>The Operating System detects and handles errors occurring in the </a:t>
            </a:r>
            <a:r>
              <a:rPr lang="en-US" sz="2000" u="sng" dirty="0">
                <a:hlinkClick r:id="rId3"/>
              </a:rPr>
              <a:t>CPU</a:t>
            </a:r>
            <a:r>
              <a:rPr lang="en-US" sz="2000" dirty="0"/>
              <a:t>, memory, or input-output devices to keep the system stable. It prevents frequent errors, avoids deadlocks, and fixes issues that appear during program execution. A secure OS also acts as a protective layer against external threats or breaches.</a:t>
            </a:r>
          </a:p>
          <a:p>
            <a:pPr marL="285750" indent="-285750" fontAlgn="base">
              <a:buFont typeface="Arial" panose="020B0604020202020204" pitchFamily="34" charset="0"/>
              <a:buChar char="•"/>
            </a:pPr>
            <a:r>
              <a:rPr lang="en-US" sz="2000" dirty="0"/>
              <a:t>Detects and handles CPU, memory, and I/O errors.</a:t>
            </a:r>
          </a:p>
          <a:p>
            <a:pPr marL="285750" indent="-285750" fontAlgn="base">
              <a:buFont typeface="Arial" panose="020B0604020202020204" pitchFamily="34" charset="0"/>
              <a:buChar char="•"/>
            </a:pPr>
            <a:r>
              <a:rPr lang="en-US" sz="2000" dirty="0"/>
              <a:t>Prevents frequent errors and avoids deadlocks.</a:t>
            </a:r>
          </a:p>
          <a:p>
            <a:pPr marL="285750" indent="-285750" fontAlgn="base">
              <a:buFont typeface="Arial" panose="020B0604020202020204" pitchFamily="34" charset="0"/>
              <a:buChar char="•"/>
            </a:pPr>
            <a:r>
              <a:rPr lang="en-US" sz="2000" dirty="0"/>
              <a:t>Fixes issues that occur during task execution.</a:t>
            </a:r>
          </a:p>
          <a:p>
            <a:pPr marL="285750" indent="-285750" fontAlgn="base">
              <a:buFont typeface="Arial" panose="020B0604020202020204" pitchFamily="34" charset="0"/>
              <a:buChar char="•"/>
            </a:pPr>
            <a:r>
              <a:rPr lang="en-US" sz="2000" dirty="0"/>
              <a:t>Provides security measures against external threats and breaches.</a:t>
            </a:r>
          </a:p>
          <a:p>
            <a:pPr fontAlgn="base"/>
            <a:r>
              <a:rPr lang="en-US" sz="2400" b="1" dirty="0">
                <a:solidFill>
                  <a:srgbClr val="FF0000"/>
                </a:solidFill>
                <a:highlight>
                  <a:srgbClr val="FFFF00"/>
                </a:highlight>
              </a:rPr>
              <a:t>11. Time Management</a:t>
            </a:r>
          </a:p>
          <a:p>
            <a:pPr fontAlgn="base"/>
            <a:r>
              <a:rPr lang="en-US" sz="2000" dirty="0"/>
              <a:t>Imagine a traffic light as the Operating System, guiding cars (programs) on when to stop, wait, or move. Red represents the simple queue, yellow is the ready queue, and green means the program is under execution. By switching lights at proper intervals, the OS ensures all programs move smoothly without traffic or delays.</a:t>
            </a:r>
          </a:p>
          <a:p>
            <a:pPr marL="285750" indent="-285750" fontAlgn="base">
              <a:buFont typeface="Arial" panose="020B0604020202020204" pitchFamily="34" charset="0"/>
              <a:buChar char="•"/>
            </a:pPr>
            <a:r>
              <a:rPr lang="en-US" sz="2000" dirty="0"/>
              <a:t>Red light = programs waiting in the simple queue.</a:t>
            </a:r>
          </a:p>
          <a:p>
            <a:pPr marL="285750" indent="-285750" fontAlgn="base">
              <a:buFont typeface="Arial" panose="020B0604020202020204" pitchFamily="34" charset="0"/>
              <a:buChar char="•"/>
            </a:pPr>
            <a:r>
              <a:rPr lang="en-US" sz="2000" dirty="0"/>
              <a:t>Yellow light = programs in the ready queue.</a:t>
            </a:r>
          </a:p>
          <a:p>
            <a:pPr marL="285750" indent="-285750" fontAlgn="base">
              <a:buFont typeface="Arial" panose="020B0604020202020204" pitchFamily="34" charset="0"/>
              <a:buChar char="•"/>
            </a:pPr>
            <a:r>
              <a:rPr lang="en-US" sz="2000" dirty="0"/>
              <a:t>Green light = programs under execution.</a:t>
            </a:r>
          </a:p>
          <a:p>
            <a:pPr marL="285750" indent="-285750" fontAlgn="base">
              <a:buFont typeface="Arial" panose="020B0604020202020204" pitchFamily="34" charset="0"/>
              <a:buChar char="•"/>
            </a:pPr>
            <a:r>
              <a:rPr lang="en-US" sz="2000" dirty="0"/>
              <a:t>OS changes states at proper intervals to ensure smooth program flow.</a:t>
            </a:r>
          </a:p>
          <a:p>
            <a:pPr fontAlgn="base"/>
            <a:endParaRPr lang="en-US" dirty="0"/>
          </a:p>
        </p:txBody>
      </p:sp>
      <p:sp>
        <p:nvSpPr>
          <p:cNvPr id="35" name="Slide Number Placeholder 34">
            <a:extLst>
              <a:ext uri="{FF2B5EF4-FFF2-40B4-BE49-F238E27FC236}">
                <a16:creationId xmlns:a16="http://schemas.microsoft.com/office/drawing/2014/main" id="{D2C80BB2-8750-ABFE-66FC-168AFF3DE3EC}"/>
              </a:ext>
            </a:extLst>
          </p:cNvPr>
          <p:cNvSpPr>
            <a:spLocks noGrp="1"/>
          </p:cNvSpPr>
          <p:nvPr>
            <p:ph type="sldNum" sz="quarter" idx="4"/>
          </p:nvPr>
        </p:nvSpPr>
        <p:spPr/>
        <p:txBody>
          <a:bodyPr/>
          <a:lstStyle/>
          <a:p>
            <a:fld id="{3A4F6043-7A67-491B-98BC-F933DED7226D}" type="slidenum">
              <a:rPr lang="en-US" smtClean="0"/>
              <a:pPr/>
              <a:t>18</a:t>
            </a:fld>
            <a:endParaRPr lang="en-US" dirty="0"/>
          </a:p>
        </p:txBody>
      </p:sp>
      <p:sp>
        <p:nvSpPr>
          <p:cNvPr id="4" name="Slide Number Placeholder 5">
            <a:extLst>
              <a:ext uri="{FF2B5EF4-FFF2-40B4-BE49-F238E27FC236}">
                <a16:creationId xmlns:a16="http://schemas.microsoft.com/office/drawing/2014/main" id="{A6461A2E-DB9F-6099-8B24-ACE4DAFA604A}"/>
              </a:ext>
            </a:extLst>
          </p:cNvPr>
          <p:cNvSpPr txBox="1">
            <a:spLocks/>
          </p:cNvSpPr>
          <p:nvPr/>
        </p:nvSpPr>
        <p:spPr>
          <a:xfrm>
            <a:off x="11503152" y="0"/>
            <a:ext cx="685800" cy="6858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A4F6043-7A67-491B-98BC-F933DED7226D}" type="slidenum">
              <a:rPr lang="en-US" smtClean="0"/>
              <a:pPr/>
              <a:t>18</a:t>
            </a:fld>
            <a:endParaRPr lang="en-US" dirty="0"/>
          </a:p>
        </p:txBody>
      </p:sp>
    </p:spTree>
    <p:extLst>
      <p:ext uri="{BB962C8B-B14F-4D97-AF65-F5344CB8AC3E}">
        <p14:creationId xmlns:p14="http://schemas.microsoft.com/office/powerpoint/2010/main" val="30003696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4FAC7B-88E0-8846-508F-52D4412B4839}"/>
            </a:ext>
          </a:extLst>
        </p:cNvPr>
        <p:cNvGrpSpPr/>
        <p:nvPr/>
      </p:nvGrpSpPr>
      <p:grpSpPr>
        <a:xfrm>
          <a:off x="0" y="0"/>
          <a:ext cx="0" cy="0"/>
          <a:chOff x="0" y="0"/>
          <a:chExt cx="0" cy="0"/>
        </a:xfrm>
      </p:grpSpPr>
      <p:sp>
        <p:nvSpPr>
          <p:cNvPr id="35" name="Slide Number Placeholder 34">
            <a:extLst>
              <a:ext uri="{FF2B5EF4-FFF2-40B4-BE49-F238E27FC236}">
                <a16:creationId xmlns:a16="http://schemas.microsoft.com/office/drawing/2014/main" id="{0B0CE61A-F940-5459-475A-A0F2E10B8474}"/>
              </a:ext>
            </a:extLst>
          </p:cNvPr>
          <p:cNvSpPr>
            <a:spLocks noGrp="1"/>
          </p:cNvSpPr>
          <p:nvPr>
            <p:ph type="sldNum" sz="quarter" idx="4"/>
          </p:nvPr>
        </p:nvSpPr>
        <p:spPr/>
        <p:txBody>
          <a:bodyPr/>
          <a:lstStyle/>
          <a:p>
            <a:fld id="{3A4F6043-7A67-491B-98BC-F933DED7226D}" type="slidenum">
              <a:rPr lang="en-US" smtClean="0"/>
              <a:pPr/>
              <a:t>19</a:t>
            </a:fld>
            <a:endParaRPr lang="en-US" dirty="0"/>
          </a:p>
        </p:txBody>
      </p:sp>
      <p:sp>
        <p:nvSpPr>
          <p:cNvPr id="4" name="Slide Number Placeholder 5">
            <a:extLst>
              <a:ext uri="{FF2B5EF4-FFF2-40B4-BE49-F238E27FC236}">
                <a16:creationId xmlns:a16="http://schemas.microsoft.com/office/drawing/2014/main" id="{A88CB35F-2EF8-156A-C249-8565A959B248}"/>
              </a:ext>
            </a:extLst>
          </p:cNvPr>
          <p:cNvSpPr txBox="1">
            <a:spLocks/>
          </p:cNvSpPr>
          <p:nvPr/>
        </p:nvSpPr>
        <p:spPr>
          <a:xfrm>
            <a:off x="11503152" y="0"/>
            <a:ext cx="685800" cy="6858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A4F6043-7A67-491B-98BC-F933DED7226D}" type="slidenum">
              <a:rPr lang="en-US" smtClean="0"/>
              <a:pPr/>
              <a:t>19</a:t>
            </a:fld>
            <a:endParaRPr lang="en-US" dirty="0"/>
          </a:p>
        </p:txBody>
      </p:sp>
      <p:sp>
        <p:nvSpPr>
          <p:cNvPr id="6" name="Title 5">
            <a:extLst>
              <a:ext uri="{FF2B5EF4-FFF2-40B4-BE49-F238E27FC236}">
                <a16:creationId xmlns:a16="http://schemas.microsoft.com/office/drawing/2014/main" id="{287E8EC8-F091-BECC-E0D1-6787599CEB3A}"/>
              </a:ext>
            </a:extLst>
          </p:cNvPr>
          <p:cNvSpPr>
            <a:spLocks noGrp="1"/>
          </p:cNvSpPr>
          <p:nvPr>
            <p:ph type="title"/>
          </p:nvPr>
        </p:nvSpPr>
        <p:spPr>
          <a:xfrm>
            <a:off x="1128760" y="342900"/>
            <a:ext cx="9733538" cy="320675"/>
          </a:xfrm>
        </p:spPr>
        <p:txBody>
          <a:bodyPr>
            <a:normAutofit fontScale="90000"/>
          </a:bodyPr>
          <a:lstStyle/>
          <a:p>
            <a:pPr algn="ctr"/>
            <a:r>
              <a:rPr lang="en-US" sz="4000" b="1" dirty="0">
                <a:solidFill>
                  <a:srgbClr val="FF0000"/>
                </a:solidFill>
              </a:rPr>
              <a:t>Operating system Architecture’s</a:t>
            </a:r>
          </a:p>
        </p:txBody>
      </p:sp>
    </p:spTree>
    <p:extLst>
      <p:ext uri="{BB962C8B-B14F-4D97-AF65-F5344CB8AC3E}">
        <p14:creationId xmlns:p14="http://schemas.microsoft.com/office/powerpoint/2010/main" val="24245990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3BDC67-608C-DF7F-0DEB-6307984793E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B87938-F7AC-4286-5DC5-FE68B6E0BE87}"/>
              </a:ext>
            </a:extLst>
          </p:cNvPr>
          <p:cNvSpPr>
            <a:spLocks noGrp="1"/>
          </p:cNvSpPr>
          <p:nvPr>
            <p:ph idx="1"/>
          </p:nvPr>
        </p:nvSpPr>
        <p:spPr>
          <a:xfrm>
            <a:off x="176982" y="685800"/>
            <a:ext cx="11769212" cy="5989638"/>
          </a:xfrm>
        </p:spPr>
        <p:txBody>
          <a:bodyPr>
            <a:normAutofit/>
          </a:bodyPr>
          <a:lstStyle/>
          <a:p>
            <a:pPr marL="285750" indent="-285750">
              <a:buFont typeface="Arial" panose="020B0604020202020204" pitchFamily="34" charset="0"/>
              <a:buChar char="•"/>
            </a:pPr>
            <a:r>
              <a:rPr lang="en-US" sz="2000" dirty="0"/>
              <a:t>There are many operating systems that have a rather simple structure. These started as small systems and rapidly expanded much further than their scope. A common example of this is MS-DOS. It was designed simply for a niche amount for people. There was no indication that it would become so popular.</a:t>
            </a:r>
          </a:p>
          <a:p>
            <a:pPr marL="285750" indent="-285750">
              <a:buFont typeface="Arial" panose="020B0604020202020204" pitchFamily="34" charset="0"/>
              <a:buChar char="•"/>
            </a:pPr>
            <a:r>
              <a:rPr lang="en-US" sz="2000" dirty="0"/>
              <a:t>Few operating systems have a simple yet powerful architecture, for example, MS-DOS. That would lead to greater control over the computer system and its various applications. The simple architecture allows the programmers to hide information as required and implement internal routines as they see fit without changing the outer specifications.</a:t>
            </a:r>
          </a:p>
          <a:p>
            <a:br>
              <a:rPr lang="en-US" sz="2000" dirty="0"/>
            </a:br>
            <a:endParaRPr lang="en-US" sz="2000" dirty="0"/>
          </a:p>
        </p:txBody>
      </p:sp>
      <p:sp>
        <p:nvSpPr>
          <p:cNvPr id="35" name="Slide Number Placeholder 34">
            <a:extLst>
              <a:ext uri="{FF2B5EF4-FFF2-40B4-BE49-F238E27FC236}">
                <a16:creationId xmlns:a16="http://schemas.microsoft.com/office/drawing/2014/main" id="{948D7E7C-B9FD-2925-A921-5445B1FD88AE}"/>
              </a:ext>
            </a:extLst>
          </p:cNvPr>
          <p:cNvSpPr>
            <a:spLocks noGrp="1"/>
          </p:cNvSpPr>
          <p:nvPr>
            <p:ph type="sldNum" sz="quarter" idx="4"/>
          </p:nvPr>
        </p:nvSpPr>
        <p:spPr/>
        <p:txBody>
          <a:bodyPr/>
          <a:lstStyle/>
          <a:p>
            <a:fld id="{3A4F6043-7A67-491B-98BC-F933DED7226D}" type="slidenum">
              <a:rPr lang="en-US" smtClean="0"/>
              <a:pPr/>
              <a:t>20</a:t>
            </a:fld>
            <a:endParaRPr lang="en-US" dirty="0"/>
          </a:p>
        </p:txBody>
      </p:sp>
      <p:sp>
        <p:nvSpPr>
          <p:cNvPr id="4" name="Slide Number Placeholder 5">
            <a:extLst>
              <a:ext uri="{FF2B5EF4-FFF2-40B4-BE49-F238E27FC236}">
                <a16:creationId xmlns:a16="http://schemas.microsoft.com/office/drawing/2014/main" id="{38F70412-55F4-7A98-4513-0C4769678A4A}"/>
              </a:ext>
            </a:extLst>
          </p:cNvPr>
          <p:cNvSpPr txBox="1">
            <a:spLocks/>
          </p:cNvSpPr>
          <p:nvPr/>
        </p:nvSpPr>
        <p:spPr>
          <a:xfrm>
            <a:off x="11503152" y="0"/>
            <a:ext cx="685800" cy="6858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A4F6043-7A67-491B-98BC-F933DED7226D}" type="slidenum">
              <a:rPr lang="en-US" smtClean="0"/>
              <a:pPr/>
              <a:t>20</a:t>
            </a:fld>
            <a:endParaRPr lang="en-US" dirty="0"/>
          </a:p>
        </p:txBody>
      </p:sp>
      <p:sp>
        <p:nvSpPr>
          <p:cNvPr id="6" name="Title 5">
            <a:extLst>
              <a:ext uri="{FF2B5EF4-FFF2-40B4-BE49-F238E27FC236}">
                <a16:creationId xmlns:a16="http://schemas.microsoft.com/office/drawing/2014/main" id="{6EC64B4F-7907-253D-C344-4BA4C2D45571}"/>
              </a:ext>
            </a:extLst>
          </p:cNvPr>
          <p:cNvSpPr>
            <a:spLocks noGrp="1"/>
          </p:cNvSpPr>
          <p:nvPr>
            <p:ph type="title"/>
          </p:nvPr>
        </p:nvSpPr>
        <p:spPr>
          <a:xfrm>
            <a:off x="746643" y="182562"/>
            <a:ext cx="9733538" cy="320675"/>
          </a:xfrm>
        </p:spPr>
        <p:txBody>
          <a:bodyPr>
            <a:normAutofit fontScale="90000"/>
          </a:bodyPr>
          <a:lstStyle/>
          <a:p>
            <a:pPr algn="ctr"/>
            <a:r>
              <a:rPr lang="en-US" sz="3200" b="1" dirty="0">
                <a:solidFill>
                  <a:srgbClr val="FF0000"/>
                </a:solidFill>
                <a:highlight>
                  <a:srgbClr val="FFFF00"/>
                </a:highlight>
              </a:rPr>
              <a:t>1. Simple Architecture</a:t>
            </a:r>
          </a:p>
        </p:txBody>
      </p:sp>
      <p:pic>
        <p:nvPicPr>
          <p:cNvPr id="1026" name="Picture 2" descr="Operating System Basic Architecture">
            <a:extLst>
              <a:ext uri="{FF2B5EF4-FFF2-40B4-BE49-F238E27FC236}">
                <a16:creationId xmlns:a16="http://schemas.microsoft.com/office/drawing/2014/main" id="{AD1431F3-FFA7-4D0B-275F-E90A44D4FC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21509" y="3009849"/>
            <a:ext cx="4748981" cy="36655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560993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D7F449-3F19-10C9-4C1A-967ECB57826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ADEE6C6-B555-A6A7-F16E-D84B4E941733}"/>
              </a:ext>
            </a:extLst>
          </p:cNvPr>
          <p:cNvSpPr>
            <a:spLocks noGrp="1"/>
          </p:cNvSpPr>
          <p:nvPr>
            <p:ph idx="1"/>
          </p:nvPr>
        </p:nvSpPr>
        <p:spPr>
          <a:xfrm>
            <a:off x="176982" y="221226"/>
            <a:ext cx="11769212" cy="6454212"/>
          </a:xfrm>
        </p:spPr>
        <p:txBody>
          <a:bodyPr>
            <a:normAutofit/>
          </a:bodyPr>
          <a:lstStyle/>
          <a:p>
            <a:pPr algn="ctr"/>
            <a:r>
              <a:rPr lang="en-US" sz="2800" b="1" dirty="0">
                <a:solidFill>
                  <a:srgbClr val="FF0000"/>
                </a:solidFill>
                <a:highlight>
                  <a:srgbClr val="FFFF00"/>
                </a:highlight>
              </a:rPr>
              <a:t>Advantages</a:t>
            </a:r>
            <a:endParaRPr lang="en-US" sz="2400" b="1" dirty="0">
              <a:solidFill>
                <a:srgbClr val="FF0000"/>
              </a:solidFill>
              <a:highlight>
                <a:srgbClr val="FFFF00"/>
              </a:highlight>
            </a:endParaRPr>
          </a:p>
          <a:p>
            <a:r>
              <a:rPr lang="en-US" sz="2000" dirty="0"/>
              <a:t>Following are advantages of a simple operating system architecture.</a:t>
            </a:r>
          </a:p>
          <a:p>
            <a:pPr marL="285750" indent="-285750">
              <a:buFont typeface="Arial" panose="020B0604020202020204" pitchFamily="34" charset="0"/>
              <a:buChar char="•"/>
            </a:pPr>
            <a:r>
              <a:rPr lang="en-US" sz="2000" b="1" dirty="0"/>
              <a:t>Easy Development</a:t>
            </a:r>
            <a:r>
              <a:rPr lang="en-US" sz="2000" dirty="0"/>
              <a:t> - In simple operation system, being very few interfaces, development is easy especially when only limited functionalities are to be delivered.</a:t>
            </a:r>
          </a:p>
          <a:p>
            <a:pPr marL="285750" indent="-285750">
              <a:buFont typeface="Arial" panose="020B0604020202020204" pitchFamily="34" charset="0"/>
              <a:buChar char="•"/>
            </a:pPr>
            <a:r>
              <a:rPr lang="en-US" sz="2000" b="1" dirty="0"/>
              <a:t>Better Performance</a:t>
            </a:r>
            <a:r>
              <a:rPr lang="en-US" sz="2000" dirty="0"/>
              <a:t> - Such a </a:t>
            </a:r>
            <a:r>
              <a:rPr lang="en-US" sz="2000" dirty="0" err="1"/>
              <a:t>sytem</a:t>
            </a:r>
            <a:r>
              <a:rPr lang="en-US" sz="2000" dirty="0"/>
              <a:t>, as have few layers and directly </a:t>
            </a:r>
            <a:r>
              <a:rPr lang="en-US" sz="2000" dirty="0" err="1"/>
              <a:t>interects</a:t>
            </a:r>
            <a:r>
              <a:rPr lang="en-US" sz="2000" dirty="0"/>
              <a:t> with hardware, can provide a better performance as compared to other types of operating systems.</a:t>
            </a:r>
          </a:p>
          <a:p>
            <a:pPr algn="ctr"/>
            <a:r>
              <a:rPr lang="en-US" sz="2400" b="1" dirty="0">
                <a:solidFill>
                  <a:srgbClr val="FF0000"/>
                </a:solidFill>
                <a:highlight>
                  <a:srgbClr val="FFFF00"/>
                </a:highlight>
              </a:rPr>
              <a:t>Disadvantages</a:t>
            </a:r>
            <a:endParaRPr lang="en-US" sz="2000" b="1" dirty="0">
              <a:solidFill>
                <a:srgbClr val="FF0000"/>
              </a:solidFill>
              <a:highlight>
                <a:srgbClr val="FFFF00"/>
              </a:highlight>
            </a:endParaRPr>
          </a:p>
          <a:p>
            <a:r>
              <a:rPr lang="en-US" sz="2000" dirty="0"/>
              <a:t>Following are disadvantages of a simple operating system architecture.</a:t>
            </a:r>
          </a:p>
          <a:p>
            <a:pPr marL="342900" indent="-342900">
              <a:buFont typeface="Arial" panose="020B0604020202020204" pitchFamily="34" charset="0"/>
              <a:buChar char="•"/>
            </a:pPr>
            <a:r>
              <a:rPr lang="en-US" sz="2000" b="1" dirty="0"/>
              <a:t>Frequent System Failures</a:t>
            </a:r>
            <a:r>
              <a:rPr lang="en-US" sz="2000" dirty="0"/>
              <a:t> - Being poorly designed, such a system is not robust. If one program fails, </a:t>
            </a:r>
            <a:r>
              <a:rPr lang="en-US" sz="2000" dirty="0" err="1"/>
              <a:t>entires</a:t>
            </a:r>
            <a:r>
              <a:rPr lang="en-US" sz="2000" dirty="0"/>
              <a:t> operating system </a:t>
            </a:r>
            <a:r>
              <a:rPr lang="en-US" sz="2000" dirty="0" err="1"/>
              <a:t>crashses</a:t>
            </a:r>
            <a:r>
              <a:rPr lang="en-US" sz="2000" dirty="0"/>
              <a:t>. Thus system failures are quiet frequent in simple operating systems.</a:t>
            </a:r>
          </a:p>
          <a:p>
            <a:pPr marL="342900" indent="-342900">
              <a:buFont typeface="Arial" panose="020B0604020202020204" pitchFamily="34" charset="0"/>
              <a:buChar char="•"/>
            </a:pPr>
            <a:r>
              <a:rPr lang="en-US" sz="2000" b="1" dirty="0"/>
              <a:t>Poor Maintainability</a:t>
            </a:r>
            <a:r>
              <a:rPr lang="en-US" sz="2000" dirty="0"/>
              <a:t> - As all layers of operating systems are tightly coupled, change in one layer can impact other layers heavily and making code unmanageable over a period of time.</a:t>
            </a:r>
          </a:p>
        </p:txBody>
      </p:sp>
      <p:sp>
        <p:nvSpPr>
          <p:cNvPr id="35" name="Slide Number Placeholder 34">
            <a:extLst>
              <a:ext uri="{FF2B5EF4-FFF2-40B4-BE49-F238E27FC236}">
                <a16:creationId xmlns:a16="http://schemas.microsoft.com/office/drawing/2014/main" id="{7E6CE5E4-B7FB-7B1C-878A-02DF9B00E1C4}"/>
              </a:ext>
            </a:extLst>
          </p:cNvPr>
          <p:cNvSpPr>
            <a:spLocks noGrp="1"/>
          </p:cNvSpPr>
          <p:nvPr>
            <p:ph type="sldNum" sz="quarter" idx="4"/>
          </p:nvPr>
        </p:nvSpPr>
        <p:spPr/>
        <p:txBody>
          <a:bodyPr/>
          <a:lstStyle/>
          <a:p>
            <a:fld id="{3A4F6043-7A67-491B-98BC-F933DED7226D}" type="slidenum">
              <a:rPr lang="en-US" smtClean="0"/>
              <a:pPr/>
              <a:t>21</a:t>
            </a:fld>
            <a:endParaRPr lang="en-US" dirty="0"/>
          </a:p>
        </p:txBody>
      </p:sp>
      <p:sp>
        <p:nvSpPr>
          <p:cNvPr id="4" name="Slide Number Placeholder 5">
            <a:extLst>
              <a:ext uri="{FF2B5EF4-FFF2-40B4-BE49-F238E27FC236}">
                <a16:creationId xmlns:a16="http://schemas.microsoft.com/office/drawing/2014/main" id="{74DAF06E-5F94-E944-4C9C-6B030D240962}"/>
              </a:ext>
            </a:extLst>
          </p:cNvPr>
          <p:cNvSpPr txBox="1">
            <a:spLocks/>
          </p:cNvSpPr>
          <p:nvPr/>
        </p:nvSpPr>
        <p:spPr>
          <a:xfrm>
            <a:off x="11503152" y="0"/>
            <a:ext cx="685800" cy="6858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A4F6043-7A67-491B-98BC-F933DED7226D}" type="slidenum">
              <a:rPr lang="en-US" smtClean="0"/>
              <a:pPr/>
              <a:t>21</a:t>
            </a:fld>
            <a:endParaRPr lang="en-US" dirty="0"/>
          </a:p>
        </p:txBody>
      </p:sp>
    </p:spTree>
    <p:extLst>
      <p:ext uri="{BB962C8B-B14F-4D97-AF65-F5344CB8AC3E}">
        <p14:creationId xmlns:p14="http://schemas.microsoft.com/office/powerpoint/2010/main" val="24375624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6D5A40-7E8B-49AE-B71C-AD5519C8FB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008F89-52D9-E437-D4E9-EC21A8BC168C}"/>
              </a:ext>
            </a:extLst>
          </p:cNvPr>
          <p:cNvSpPr>
            <a:spLocks noGrp="1"/>
          </p:cNvSpPr>
          <p:nvPr>
            <p:ph type="title"/>
          </p:nvPr>
        </p:nvSpPr>
        <p:spPr>
          <a:xfrm>
            <a:off x="692403" y="342900"/>
            <a:ext cx="10339572" cy="274638"/>
          </a:xfrm>
        </p:spPr>
        <p:txBody>
          <a:bodyPr>
            <a:normAutofit fontScale="90000"/>
          </a:bodyPr>
          <a:lstStyle/>
          <a:p>
            <a:pPr algn="ctr"/>
            <a:r>
              <a:rPr lang="en-US" sz="3600" b="1" dirty="0">
                <a:solidFill>
                  <a:srgbClr val="FF0000"/>
                </a:solidFill>
                <a:highlight>
                  <a:srgbClr val="FFFF00"/>
                </a:highlight>
              </a:rPr>
              <a:t>2. Monolithic Architecture in OS</a:t>
            </a:r>
          </a:p>
        </p:txBody>
      </p:sp>
      <p:sp>
        <p:nvSpPr>
          <p:cNvPr id="3" name="Content Placeholder 2">
            <a:extLst>
              <a:ext uri="{FF2B5EF4-FFF2-40B4-BE49-F238E27FC236}">
                <a16:creationId xmlns:a16="http://schemas.microsoft.com/office/drawing/2014/main" id="{337FB0AD-BF36-D0BE-D51E-E5C49C7BBFA6}"/>
              </a:ext>
            </a:extLst>
          </p:cNvPr>
          <p:cNvSpPr>
            <a:spLocks noGrp="1"/>
          </p:cNvSpPr>
          <p:nvPr>
            <p:ph idx="1"/>
          </p:nvPr>
        </p:nvSpPr>
        <p:spPr>
          <a:xfrm>
            <a:off x="221226" y="685800"/>
            <a:ext cx="11754464" cy="5989638"/>
          </a:xfrm>
        </p:spPr>
        <p:txBody>
          <a:bodyPr>
            <a:normAutofit/>
          </a:bodyPr>
          <a:lstStyle/>
          <a:p>
            <a:pPr marL="285750" indent="-285750">
              <a:buFont typeface="Arial" panose="020B0604020202020204" pitchFamily="34" charset="0"/>
              <a:buChar char="•"/>
            </a:pPr>
            <a:r>
              <a:rPr lang="en-US" sz="2400" dirty="0"/>
              <a:t>The monolithic operating system is a very simple operating system where the kernel directly controls device management, memory management, file management, and process management. This means that all code runs in kernel space, with no separation between kernel and user-level processes.</a:t>
            </a:r>
          </a:p>
          <a:p>
            <a:pPr marL="285750" indent="-285750">
              <a:buFont typeface="Arial" panose="020B0604020202020204" pitchFamily="34" charset="0"/>
              <a:buChar char="•"/>
            </a:pPr>
            <a:r>
              <a:rPr lang="en-US" sz="2400" dirty="0"/>
              <a:t> All of the system's resources are accessible to the kernel. Every part of the operating system is contained within the kernel in monolithic systems. Monolithic architecture-based operating systems were initially introduced in the 1970s.</a:t>
            </a:r>
          </a:p>
          <a:p>
            <a:pPr marL="285750" indent="-285750">
              <a:buFont typeface="Arial" panose="020B0604020202020204" pitchFamily="34" charset="0"/>
              <a:buChar char="•"/>
            </a:pPr>
            <a:r>
              <a:rPr lang="en-US" sz="2400" dirty="0"/>
              <a:t>The main advantage of a monolithic architecture is that it can provide high performance since system calls can be made directly to the kernel without the overhead of message passing between user-level processes. </a:t>
            </a:r>
          </a:p>
          <a:p>
            <a:pPr marL="285750" indent="-285750">
              <a:buFont typeface="Arial" panose="020B0604020202020204" pitchFamily="34" charset="0"/>
              <a:buChar char="•"/>
            </a:pPr>
            <a:r>
              <a:rPr lang="en-US" sz="2400" dirty="0"/>
              <a:t>However, there are also some disadvantages to a monolithic architecture. One major disadvantage is that it can lead to a less secure and less stable operating system. Since all code runs in kernel space, any vulnerabilities or bugs in the kernel can potentially affect the entire system. </a:t>
            </a:r>
          </a:p>
        </p:txBody>
      </p:sp>
      <p:sp>
        <p:nvSpPr>
          <p:cNvPr id="35" name="Slide Number Placeholder 34">
            <a:extLst>
              <a:ext uri="{FF2B5EF4-FFF2-40B4-BE49-F238E27FC236}">
                <a16:creationId xmlns:a16="http://schemas.microsoft.com/office/drawing/2014/main" id="{432FEC06-C213-EFA6-6330-0FC6E171B4CB}"/>
              </a:ext>
            </a:extLst>
          </p:cNvPr>
          <p:cNvSpPr>
            <a:spLocks noGrp="1"/>
          </p:cNvSpPr>
          <p:nvPr>
            <p:ph type="sldNum" sz="quarter" idx="4"/>
          </p:nvPr>
        </p:nvSpPr>
        <p:spPr/>
        <p:txBody>
          <a:bodyPr/>
          <a:lstStyle/>
          <a:p>
            <a:fld id="{3A4F6043-7A67-491B-98BC-F933DED7226D}" type="slidenum">
              <a:rPr lang="en-US" smtClean="0"/>
              <a:pPr/>
              <a:t>22</a:t>
            </a:fld>
            <a:endParaRPr lang="en-US" dirty="0"/>
          </a:p>
        </p:txBody>
      </p:sp>
      <p:sp>
        <p:nvSpPr>
          <p:cNvPr id="4" name="Slide Number Placeholder 5">
            <a:extLst>
              <a:ext uri="{FF2B5EF4-FFF2-40B4-BE49-F238E27FC236}">
                <a16:creationId xmlns:a16="http://schemas.microsoft.com/office/drawing/2014/main" id="{999C13BF-9A10-481F-9279-E964D2BB394A}"/>
              </a:ext>
            </a:extLst>
          </p:cNvPr>
          <p:cNvSpPr txBox="1">
            <a:spLocks/>
          </p:cNvSpPr>
          <p:nvPr/>
        </p:nvSpPr>
        <p:spPr>
          <a:xfrm>
            <a:off x="11503152" y="0"/>
            <a:ext cx="685800" cy="6858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A4F6043-7A67-491B-98BC-F933DED7226D}" type="slidenum">
              <a:rPr lang="en-US" smtClean="0"/>
              <a:pPr/>
              <a:t>22</a:t>
            </a:fld>
            <a:endParaRPr lang="en-US" dirty="0"/>
          </a:p>
        </p:txBody>
      </p:sp>
    </p:spTree>
    <p:extLst>
      <p:ext uri="{BB962C8B-B14F-4D97-AF65-F5344CB8AC3E}">
        <p14:creationId xmlns:p14="http://schemas.microsoft.com/office/powerpoint/2010/main" val="21680009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7DCDC9-807F-7770-50DC-E5090491846D}"/>
            </a:ext>
          </a:extLst>
        </p:cNvPr>
        <p:cNvGrpSpPr/>
        <p:nvPr/>
      </p:nvGrpSpPr>
      <p:grpSpPr>
        <a:xfrm>
          <a:off x="0" y="0"/>
          <a:ext cx="0" cy="0"/>
          <a:chOff x="0" y="0"/>
          <a:chExt cx="0" cy="0"/>
        </a:xfrm>
      </p:grpSpPr>
      <p:sp>
        <p:nvSpPr>
          <p:cNvPr id="35" name="Slide Number Placeholder 34">
            <a:extLst>
              <a:ext uri="{FF2B5EF4-FFF2-40B4-BE49-F238E27FC236}">
                <a16:creationId xmlns:a16="http://schemas.microsoft.com/office/drawing/2014/main" id="{841CDF68-FFE2-7A2B-7FA4-7D4F209F1D8A}"/>
              </a:ext>
            </a:extLst>
          </p:cNvPr>
          <p:cNvSpPr>
            <a:spLocks noGrp="1"/>
          </p:cNvSpPr>
          <p:nvPr>
            <p:ph type="sldNum" sz="quarter" idx="4"/>
          </p:nvPr>
        </p:nvSpPr>
        <p:spPr/>
        <p:txBody>
          <a:bodyPr/>
          <a:lstStyle/>
          <a:p>
            <a:fld id="{3A4F6043-7A67-491B-98BC-F933DED7226D}" type="slidenum">
              <a:rPr lang="en-US" smtClean="0"/>
              <a:pPr/>
              <a:t>23</a:t>
            </a:fld>
            <a:endParaRPr lang="en-US" dirty="0"/>
          </a:p>
        </p:txBody>
      </p:sp>
      <p:sp>
        <p:nvSpPr>
          <p:cNvPr id="4" name="Slide Number Placeholder 5">
            <a:extLst>
              <a:ext uri="{FF2B5EF4-FFF2-40B4-BE49-F238E27FC236}">
                <a16:creationId xmlns:a16="http://schemas.microsoft.com/office/drawing/2014/main" id="{B2D91E81-C0B9-E65C-CCF5-6AB8615E4C90}"/>
              </a:ext>
            </a:extLst>
          </p:cNvPr>
          <p:cNvSpPr txBox="1">
            <a:spLocks/>
          </p:cNvSpPr>
          <p:nvPr/>
        </p:nvSpPr>
        <p:spPr>
          <a:xfrm>
            <a:off x="11503152" y="0"/>
            <a:ext cx="685800" cy="6858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A4F6043-7A67-491B-98BC-F933DED7226D}" type="slidenum">
              <a:rPr lang="en-US" smtClean="0"/>
              <a:pPr/>
              <a:t>23</a:t>
            </a:fld>
            <a:endParaRPr lang="en-US" dirty="0"/>
          </a:p>
        </p:txBody>
      </p:sp>
      <p:pic>
        <p:nvPicPr>
          <p:cNvPr id="1026" name="Picture 2" descr="Monolithic-Architecture">
            <a:extLst>
              <a:ext uri="{FF2B5EF4-FFF2-40B4-BE49-F238E27FC236}">
                <a16:creationId xmlns:a16="http://schemas.microsoft.com/office/drawing/2014/main" id="{DFAA3B50-3965-9A5C-F4C6-57F5C15B20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2188952" cy="67695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8442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E4B4C1-7A5A-72DB-986D-9DCAD8022D4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02E6747-F7AE-8E11-2891-BD2DA23AFF72}"/>
              </a:ext>
            </a:extLst>
          </p:cNvPr>
          <p:cNvSpPr>
            <a:spLocks noGrp="1"/>
          </p:cNvSpPr>
          <p:nvPr>
            <p:ph idx="1"/>
          </p:nvPr>
        </p:nvSpPr>
        <p:spPr>
          <a:xfrm>
            <a:off x="0" y="892277"/>
            <a:ext cx="12054347" cy="5881023"/>
          </a:xfrm>
        </p:spPr>
        <p:txBody>
          <a:bodyPr>
            <a:normAutofit/>
          </a:bodyPr>
          <a:lstStyle/>
          <a:p>
            <a:pPr marL="342900" indent="-342900" fontAlgn="base">
              <a:buFont typeface="Arial" panose="020B0604020202020204" pitchFamily="34" charset="0"/>
              <a:buChar char="•"/>
            </a:pPr>
            <a:r>
              <a:rPr lang="en-US" sz="2400" b="1" dirty="0">
                <a:solidFill>
                  <a:srgbClr val="FF0000"/>
                </a:solidFill>
                <a:highlight>
                  <a:srgbClr val="FFFF00"/>
                </a:highlight>
              </a:rPr>
              <a:t>Single Executable: </a:t>
            </a:r>
            <a:r>
              <a:rPr lang="en-US" sz="2400" dirty="0"/>
              <a:t>The entire application is packaged and deployed as a single executable file. All components and modules are bundled together.</a:t>
            </a:r>
          </a:p>
          <a:p>
            <a:pPr marL="342900" indent="-342900" fontAlgn="base">
              <a:buFont typeface="Arial" panose="020B0604020202020204" pitchFamily="34" charset="0"/>
              <a:buChar char="•"/>
            </a:pPr>
            <a:r>
              <a:rPr lang="en-US" sz="2400" b="1" dirty="0">
                <a:solidFill>
                  <a:srgbClr val="FF0000"/>
                </a:solidFill>
                <a:highlight>
                  <a:srgbClr val="FFFF00"/>
                </a:highlight>
              </a:rPr>
              <a:t>Tight Coupling: </a:t>
            </a:r>
            <a:r>
              <a:rPr lang="en-US" sz="2400" dirty="0"/>
              <a:t>The components and modules within the application are highly interconnected and dependent on each other. Changes made to one component may require modifications in other parts of the application.</a:t>
            </a:r>
          </a:p>
          <a:p>
            <a:pPr marL="342900" indent="-342900" fontAlgn="base">
              <a:buFont typeface="Arial" panose="020B0604020202020204" pitchFamily="34" charset="0"/>
              <a:buChar char="•"/>
            </a:pPr>
            <a:r>
              <a:rPr lang="en-US" sz="2400" b="1" dirty="0">
                <a:solidFill>
                  <a:srgbClr val="FF0000"/>
                </a:solidFill>
                <a:highlight>
                  <a:srgbClr val="FFFF00"/>
                </a:highlight>
              </a:rPr>
              <a:t>Shared Memory: </a:t>
            </a:r>
            <a:r>
              <a:rPr lang="en-US" sz="2400" dirty="0"/>
              <a:t>All components within the application share the same memory space. They can directly access and modify shared data structures.</a:t>
            </a:r>
          </a:p>
          <a:p>
            <a:pPr marL="342900" indent="-342900" fontAlgn="base">
              <a:buFont typeface="Arial" panose="020B0604020202020204" pitchFamily="34" charset="0"/>
              <a:buChar char="•"/>
            </a:pPr>
            <a:r>
              <a:rPr lang="en-US" sz="2400" b="1" dirty="0">
                <a:solidFill>
                  <a:srgbClr val="FF0000"/>
                </a:solidFill>
                <a:highlight>
                  <a:srgbClr val="FFFF00"/>
                </a:highlight>
              </a:rPr>
              <a:t>Monolithic Deployment:</a:t>
            </a:r>
            <a:r>
              <a:rPr lang="en-US" sz="2400" dirty="0">
                <a:solidFill>
                  <a:srgbClr val="FF0000"/>
                </a:solidFill>
                <a:highlight>
                  <a:srgbClr val="FFFF00"/>
                </a:highlight>
              </a:rPr>
              <a:t> </a:t>
            </a:r>
            <a:r>
              <a:rPr lang="en-US" sz="2400" dirty="0"/>
              <a:t>The entire application is deployed as a single unit. Updates or changes to the application require redeploying the entire monolith.</a:t>
            </a:r>
          </a:p>
          <a:p>
            <a:pPr marL="342900" indent="-342900" fontAlgn="base">
              <a:buFont typeface="Arial" panose="020B0604020202020204" pitchFamily="34" charset="0"/>
              <a:buChar char="•"/>
            </a:pPr>
            <a:r>
              <a:rPr lang="en-US" sz="2400" b="1" dirty="0">
                <a:solidFill>
                  <a:srgbClr val="FF0000"/>
                </a:solidFill>
                <a:highlight>
                  <a:srgbClr val="FFFF00"/>
                </a:highlight>
              </a:rPr>
              <a:t>Centralized Control Flow:</a:t>
            </a:r>
            <a:r>
              <a:rPr lang="en-US" sz="2400" dirty="0">
                <a:solidFill>
                  <a:srgbClr val="FF0000"/>
                </a:solidFill>
                <a:highlight>
                  <a:srgbClr val="FFFF00"/>
                </a:highlight>
              </a:rPr>
              <a:t> </a:t>
            </a:r>
            <a:r>
              <a:rPr lang="en-US" sz="2400" dirty="0"/>
              <a:t>The control flow within the application is typically managed by a central module or a main function. The flow of execution moves sequentially from one component to another.</a:t>
            </a:r>
          </a:p>
          <a:p>
            <a:endParaRPr lang="en-US" dirty="0"/>
          </a:p>
        </p:txBody>
      </p:sp>
      <p:sp>
        <p:nvSpPr>
          <p:cNvPr id="35" name="Slide Number Placeholder 34">
            <a:extLst>
              <a:ext uri="{FF2B5EF4-FFF2-40B4-BE49-F238E27FC236}">
                <a16:creationId xmlns:a16="http://schemas.microsoft.com/office/drawing/2014/main" id="{AEE2C59B-1644-C71E-1EAF-1FC93F0492FF}"/>
              </a:ext>
            </a:extLst>
          </p:cNvPr>
          <p:cNvSpPr>
            <a:spLocks noGrp="1"/>
          </p:cNvSpPr>
          <p:nvPr>
            <p:ph type="sldNum" sz="quarter" idx="4"/>
          </p:nvPr>
        </p:nvSpPr>
        <p:spPr/>
        <p:txBody>
          <a:bodyPr/>
          <a:lstStyle/>
          <a:p>
            <a:fld id="{3A4F6043-7A67-491B-98BC-F933DED7226D}" type="slidenum">
              <a:rPr lang="en-US" smtClean="0"/>
              <a:pPr/>
              <a:t>24</a:t>
            </a:fld>
            <a:endParaRPr lang="en-US" dirty="0"/>
          </a:p>
        </p:txBody>
      </p:sp>
      <p:sp>
        <p:nvSpPr>
          <p:cNvPr id="4" name="Slide Number Placeholder 5">
            <a:extLst>
              <a:ext uri="{FF2B5EF4-FFF2-40B4-BE49-F238E27FC236}">
                <a16:creationId xmlns:a16="http://schemas.microsoft.com/office/drawing/2014/main" id="{35BA721C-5700-1929-81A9-AE78CBAA1DA6}"/>
              </a:ext>
            </a:extLst>
          </p:cNvPr>
          <p:cNvSpPr txBox="1">
            <a:spLocks/>
          </p:cNvSpPr>
          <p:nvPr/>
        </p:nvSpPr>
        <p:spPr>
          <a:xfrm>
            <a:off x="11503152" y="0"/>
            <a:ext cx="685800" cy="6858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A4F6043-7A67-491B-98BC-F933DED7226D}" type="slidenum">
              <a:rPr lang="en-US" smtClean="0"/>
              <a:pPr/>
              <a:t>24</a:t>
            </a:fld>
            <a:endParaRPr lang="en-US" dirty="0"/>
          </a:p>
        </p:txBody>
      </p:sp>
      <p:sp>
        <p:nvSpPr>
          <p:cNvPr id="6" name="Title 5">
            <a:extLst>
              <a:ext uri="{FF2B5EF4-FFF2-40B4-BE49-F238E27FC236}">
                <a16:creationId xmlns:a16="http://schemas.microsoft.com/office/drawing/2014/main" id="{1FA17290-5EEC-9EB3-A28F-96832A9D3C93}"/>
              </a:ext>
            </a:extLst>
          </p:cNvPr>
          <p:cNvSpPr>
            <a:spLocks noGrp="1"/>
          </p:cNvSpPr>
          <p:nvPr>
            <p:ph type="title"/>
          </p:nvPr>
        </p:nvSpPr>
        <p:spPr>
          <a:xfrm>
            <a:off x="415108" y="206477"/>
            <a:ext cx="11361783" cy="564023"/>
          </a:xfrm>
        </p:spPr>
        <p:txBody>
          <a:bodyPr>
            <a:noAutofit/>
          </a:bodyPr>
          <a:lstStyle/>
          <a:p>
            <a:pPr algn="ctr" fontAlgn="base"/>
            <a:r>
              <a:rPr lang="en-US" sz="3600" b="1" dirty="0">
                <a:solidFill>
                  <a:srgbClr val="FF0000"/>
                </a:solidFill>
              </a:rPr>
              <a:t>Characteristics of Monolithic Architecture</a:t>
            </a:r>
            <a:endParaRPr lang="en-US" sz="3600" dirty="0">
              <a:solidFill>
                <a:srgbClr val="FF0000"/>
              </a:solidFill>
            </a:endParaRPr>
          </a:p>
        </p:txBody>
      </p:sp>
    </p:spTree>
    <p:extLst>
      <p:ext uri="{BB962C8B-B14F-4D97-AF65-F5344CB8AC3E}">
        <p14:creationId xmlns:p14="http://schemas.microsoft.com/office/powerpoint/2010/main" val="16171897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4FAC7B-88E0-8846-508F-52D4412B483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70D9FE8-7266-3BEA-DC8C-5AD0B9229355}"/>
              </a:ext>
            </a:extLst>
          </p:cNvPr>
          <p:cNvSpPr>
            <a:spLocks noGrp="1"/>
          </p:cNvSpPr>
          <p:nvPr>
            <p:ph idx="1"/>
          </p:nvPr>
        </p:nvSpPr>
        <p:spPr>
          <a:xfrm>
            <a:off x="117987" y="176980"/>
            <a:ext cx="11946193" cy="6445045"/>
          </a:xfrm>
        </p:spPr>
        <p:txBody>
          <a:bodyPr>
            <a:normAutofit/>
          </a:bodyPr>
          <a:lstStyle/>
          <a:p>
            <a:pPr algn="ctr"/>
            <a:r>
              <a:rPr lang="en-US" sz="2400" b="1" dirty="0">
                <a:solidFill>
                  <a:srgbClr val="FF0000"/>
                </a:solidFill>
                <a:highlight>
                  <a:srgbClr val="FFFF00"/>
                </a:highlight>
              </a:rPr>
              <a:t>Advantages</a:t>
            </a:r>
          </a:p>
          <a:p>
            <a:r>
              <a:rPr lang="en-US" sz="2000" dirty="0"/>
              <a:t>Following are advantages of a monolith operating system architecture.</a:t>
            </a:r>
          </a:p>
          <a:p>
            <a:pPr marL="342900" indent="-342900">
              <a:buFont typeface="Arial" panose="020B0604020202020204" pitchFamily="34" charset="0"/>
              <a:buChar char="•"/>
            </a:pPr>
            <a:r>
              <a:rPr lang="en-US" sz="2000" b="1" dirty="0"/>
              <a:t>Easy Development</a:t>
            </a:r>
            <a:r>
              <a:rPr lang="en-US" sz="2000" dirty="0"/>
              <a:t> - As kernel is the only layer to develop with all major functionalities, it is easier to design and develop.</a:t>
            </a:r>
          </a:p>
          <a:p>
            <a:pPr marL="342900" indent="-342900">
              <a:buFont typeface="Arial" panose="020B0604020202020204" pitchFamily="34" charset="0"/>
              <a:buChar char="•"/>
            </a:pPr>
            <a:r>
              <a:rPr lang="en-US" sz="2000" b="1" dirty="0"/>
              <a:t>Performance</a:t>
            </a:r>
            <a:r>
              <a:rPr lang="en-US" sz="2000" dirty="0"/>
              <a:t> - As Kernel is responsible for memory management, other operations and have direct access to the hardware, it performs better.</a:t>
            </a:r>
          </a:p>
          <a:p>
            <a:pPr algn="ctr"/>
            <a:r>
              <a:rPr lang="en-US" sz="2400" b="1" dirty="0">
                <a:solidFill>
                  <a:srgbClr val="FF0000"/>
                </a:solidFill>
                <a:highlight>
                  <a:srgbClr val="FFFF00"/>
                </a:highlight>
              </a:rPr>
              <a:t>Disadvantages</a:t>
            </a:r>
          </a:p>
          <a:p>
            <a:r>
              <a:rPr lang="en-US" sz="2000" dirty="0"/>
              <a:t>Following are disadvantages of a monolith operating system architecture.</a:t>
            </a:r>
          </a:p>
          <a:p>
            <a:pPr marL="342900" indent="-342900">
              <a:buFont typeface="Arial" panose="020B0604020202020204" pitchFamily="34" charset="0"/>
              <a:buChar char="•"/>
            </a:pPr>
            <a:r>
              <a:rPr lang="en-US" sz="2000" b="1" dirty="0"/>
              <a:t>Crash Prone</a:t>
            </a:r>
            <a:r>
              <a:rPr lang="en-US" sz="2000" dirty="0"/>
              <a:t> - As Kernel is responsible for all functions, if one function fails entire operating system fails.</a:t>
            </a:r>
          </a:p>
          <a:p>
            <a:pPr marL="342900" indent="-342900">
              <a:buFont typeface="Arial" panose="020B0604020202020204" pitchFamily="34" charset="0"/>
              <a:buChar char="•"/>
            </a:pPr>
            <a:r>
              <a:rPr lang="en-US" sz="2000" b="1" dirty="0"/>
              <a:t>Difficult to enhance</a:t>
            </a:r>
            <a:r>
              <a:rPr lang="en-US" sz="2000" dirty="0"/>
              <a:t> - It is very difficult to add a new service without impacting other services of a monolith operating system.</a:t>
            </a:r>
          </a:p>
          <a:p>
            <a:endParaRPr lang="en-US" dirty="0"/>
          </a:p>
        </p:txBody>
      </p:sp>
      <p:sp>
        <p:nvSpPr>
          <p:cNvPr id="35" name="Slide Number Placeholder 34">
            <a:extLst>
              <a:ext uri="{FF2B5EF4-FFF2-40B4-BE49-F238E27FC236}">
                <a16:creationId xmlns:a16="http://schemas.microsoft.com/office/drawing/2014/main" id="{0B0CE61A-F940-5459-475A-A0F2E10B8474}"/>
              </a:ext>
            </a:extLst>
          </p:cNvPr>
          <p:cNvSpPr>
            <a:spLocks noGrp="1"/>
          </p:cNvSpPr>
          <p:nvPr>
            <p:ph type="sldNum" sz="quarter" idx="4"/>
          </p:nvPr>
        </p:nvSpPr>
        <p:spPr/>
        <p:txBody>
          <a:bodyPr/>
          <a:lstStyle/>
          <a:p>
            <a:fld id="{3A4F6043-7A67-491B-98BC-F933DED7226D}" type="slidenum">
              <a:rPr lang="en-US" smtClean="0"/>
              <a:pPr/>
              <a:t>25</a:t>
            </a:fld>
            <a:endParaRPr lang="en-US" dirty="0"/>
          </a:p>
        </p:txBody>
      </p:sp>
      <p:sp>
        <p:nvSpPr>
          <p:cNvPr id="4" name="Slide Number Placeholder 5">
            <a:extLst>
              <a:ext uri="{FF2B5EF4-FFF2-40B4-BE49-F238E27FC236}">
                <a16:creationId xmlns:a16="http://schemas.microsoft.com/office/drawing/2014/main" id="{A88CB35F-2EF8-156A-C249-8565A959B248}"/>
              </a:ext>
            </a:extLst>
          </p:cNvPr>
          <p:cNvSpPr txBox="1">
            <a:spLocks/>
          </p:cNvSpPr>
          <p:nvPr/>
        </p:nvSpPr>
        <p:spPr>
          <a:xfrm>
            <a:off x="11503152" y="0"/>
            <a:ext cx="685800" cy="6858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A4F6043-7A67-491B-98BC-F933DED7226D}" type="slidenum">
              <a:rPr lang="en-US" smtClean="0"/>
              <a:pPr/>
              <a:t>25</a:t>
            </a:fld>
            <a:endParaRPr lang="en-US" dirty="0"/>
          </a:p>
        </p:txBody>
      </p:sp>
    </p:spTree>
    <p:extLst>
      <p:ext uri="{BB962C8B-B14F-4D97-AF65-F5344CB8AC3E}">
        <p14:creationId xmlns:p14="http://schemas.microsoft.com/office/powerpoint/2010/main" val="1401738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E8E785-08E8-E8DD-12C8-F6996FC701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84380C-35EE-C004-6013-DBC1FDFF3A5B}"/>
              </a:ext>
            </a:extLst>
          </p:cNvPr>
          <p:cNvSpPr>
            <a:spLocks noGrp="1"/>
          </p:cNvSpPr>
          <p:nvPr>
            <p:ph type="title"/>
          </p:nvPr>
        </p:nvSpPr>
        <p:spPr>
          <a:xfrm>
            <a:off x="1071106" y="74204"/>
            <a:ext cx="9733538" cy="490281"/>
          </a:xfrm>
        </p:spPr>
        <p:txBody>
          <a:bodyPr>
            <a:normAutofit fontScale="90000"/>
          </a:bodyPr>
          <a:lstStyle/>
          <a:p>
            <a:pPr algn="ctr"/>
            <a:r>
              <a:rPr lang="en-US" sz="3600" b="1" dirty="0">
                <a:solidFill>
                  <a:srgbClr val="FF0000"/>
                </a:solidFill>
                <a:highlight>
                  <a:srgbClr val="FFFF00"/>
                </a:highlight>
              </a:rPr>
              <a:t>3. Layered Architecture in OS</a:t>
            </a:r>
          </a:p>
        </p:txBody>
      </p:sp>
      <p:sp>
        <p:nvSpPr>
          <p:cNvPr id="3" name="Content Placeholder 2">
            <a:extLst>
              <a:ext uri="{FF2B5EF4-FFF2-40B4-BE49-F238E27FC236}">
                <a16:creationId xmlns:a16="http://schemas.microsoft.com/office/drawing/2014/main" id="{DA8AD799-2857-3CE0-C3D9-7712EFFF7A2D}"/>
              </a:ext>
            </a:extLst>
          </p:cNvPr>
          <p:cNvSpPr>
            <a:spLocks noGrp="1"/>
          </p:cNvSpPr>
          <p:nvPr>
            <p:ph idx="1"/>
          </p:nvPr>
        </p:nvSpPr>
        <p:spPr>
          <a:xfrm>
            <a:off x="0" y="588040"/>
            <a:ext cx="7757652" cy="6172201"/>
          </a:xfrm>
        </p:spPr>
        <p:txBody>
          <a:bodyPr>
            <a:normAutofit/>
          </a:bodyPr>
          <a:lstStyle/>
          <a:p>
            <a:pPr marL="285750" indent="-285750">
              <a:buFont typeface="Arial" panose="020B0604020202020204" pitchFamily="34" charset="0"/>
              <a:buChar char="•"/>
            </a:pPr>
            <a:r>
              <a:rPr lang="en-US" sz="2000" dirty="0"/>
              <a:t>Layered Structure is a type of system structure in which the different services of the </a:t>
            </a:r>
            <a:r>
              <a:rPr lang="en-US" sz="2000" u="sng" dirty="0">
                <a:hlinkClick r:id="rId3"/>
              </a:rPr>
              <a:t>operating system</a:t>
            </a:r>
            <a:r>
              <a:rPr lang="en-US" sz="2000" dirty="0"/>
              <a:t> are split into various layers, where each layer has a specific well-defined task to perform. It was created to improve the pre-existing structures like the Monolithic structure ( UNIX ).</a:t>
            </a:r>
          </a:p>
          <a:p>
            <a:pPr marL="285750" indent="-285750" fontAlgn="base">
              <a:buFont typeface="Arial" panose="020B0604020202020204" pitchFamily="34" charset="0"/>
              <a:buChar char="•"/>
            </a:pPr>
            <a:r>
              <a:rPr lang="en-US" sz="2000" dirty="0"/>
              <a:t>The whole Operating System is separated into several layers ( from 0 to n ) as the diagram shows. Each of the layers must have its own specific function to perform. There are some rules in the implementation of the layers as follows.</a:t>
            </a:r>
          </a:p>
          <a:p>
            <a:pPr marL="285750" indent="-285750" fontAlgn="base">
              <a:buFont typeface="Wingdings" panose="05000000000000000000" pitchFamily="2" charset="2"/>
              <a:buChar char="Ø"/>
            </a:pPr>
            <a:r>
              <a:rPr lang="en-US" sz="2000" dirty="0"/>
              <a:t>The outermost layer must be the User Interface layer.</a:t>
            </a:r>
          </a:p>
          <a:p>
            <a:pPr marL="285750" indent="-285750" fontAlgn="base">
              <a:buFont typeface="Wingdings" panose="05000000000000000000" pitchFamily="2" charset="2"/>
              <a:buChar char="Ø"/>
            </a:pPr>
            <a:r>
              <a:rPr lang="en-US" sz="2000" dirty="0"/>
              <a:t>The innermost layer must be the Hardware layer.</a:t>
            </a:r>
          </a:p>
          <a:p>
            <a:pPr marL="285750" indent="-285750" fontAlgn="base">
              <a:buFont typeface="Wingdings" panose="05000000000000000000" pitchFamily="2" charset="2"/>
              <a:buChar char="Ø"/>
            </a:pPr>
            <a:r>
              <a:rPr lang="en-US" sz="2000" dirty="0"/>
              <a:t>A particular layer can access all the layers present below it but it cannot access the layers present above it. That is layer n-1 can access all the layers from n-2 to 0 but it cannot access the nth layer.</a:t>
            </a:r>
          </a:p>
          <a:p>
            <a:pPr marL="285750" indent="-285750" fontAlgn="base">
              <a:buFont typeface="Arial" panose="020B0604020202020204" pitchFamily="34" charset="0"/>
              <a:buChar char="•"/>
            </a:pPr>
            <a:r>
              <a:rPr lang="en-US" sz="2000" dirty="0"/>
              <a:t>Thus, if the user layer wants to interact with the hardware layer, the response will be traveled through all the layers from n-1 to 1. Each layer must be designed and implemented such that it will need only the services provided by the layers below it.</a:t>
            </a:r>
          </a:p>
        </p:txBody>
      </p:sp>
      <p:sp>
        <p:nvSpPr>
          <p:cNvPr id="35" name="Slide Number Placeholder 34">
            <a:extLst>
              <a:ext uri="{FF2B5EF4-FFF2-40B4-BE49-F238E27FC236}">
                <a16:creationId xmlns:a16="http://schemas.microsoft.com/office/drawing/2014/main" id="{CD41A710-426E-8718-819A-CC017DBFA183}"/>
              </a:ext>
            </a:extLst>
          </p:cNvPr>
          <p:cNvSpPr>
            <a:spLocks noGrp="1"/>
          </p:cNvSpPr>
          <p:nvPr>
            <p:ph type="sldNum" sz="quarter" idx="4"/>
          </p:nvPr>
        </p:nvSpPr>
        <p:spPr/>
        <p:txBody>
          <a:bodyPr/>
          <a:lstStyle/>
          <a:p>
            <a:fld id="{3A4F6043-7A67-491B-98BC-F933DED7226D}" type="slidenum">
              <a:rPr lang="en-US" smtClean="0"/>
              <a:pPr/>
              <a:t>26</a:t>
            </a:fld>
            <a:endParaRPr lang="en-US" dirty="0"/>
          </a:p>
        </p:txBody>
      </p:sp>
      <p:sp>
        <p:nvSpPr>
          <p:cNvPr id="4" name="Slide Number Placeholder 5">
            <a:extLst>
              <a:ext uri="{FF2B5EF4-FFF2-40B4-BE49-F238E27FC236}">
                <a16:creationId xmlns:a16="http://schemas.microsoft.com/office/drawing/2014/main" id="{C6089496-2F59-9F97-30C2-76421D6F2544}"/>
              </a:ext>
            </a:extLst>
          </p:cNvPr>
          <p:cNvSpPr txBox="1">
            <a:spLocks/>
          </p:cNvSpPr>
          <p:nvPr/>
        </p:nvSpPr>
        <p:spPr>
          <a:xfrm>
            <a:off x="11503152" y="0"/>
            <a:ext cx="685800" cy="6858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A4F6043-7A67-491B-98BC-F933DED7226D}" type="slidenum">
              <a:rPr lang="en-US" smtClean="0"/>
              <a:pPr/>
              <a:t>26</a:t>
            </a:fld>
            <a:endParaRPr lang="en-US" dirty="0"/>
          </a:p>
        </p:txBody>
      </p:sp>
      <p:pic>
        <p:nvPicPr>
          <p:cNvPr id="2050" name="Picture 2">
            <a:extLst>
              <a:ext uri="{FF2B5EF4-FFF2-40B4-BE49-F238E27FC236}">
                <a16:creationId xmlns:a16="http://schemas.microsoft.com/office/drawing/2014/main" id="{B61E52C6-A678-0EC4-D2A6-391FAE7682F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67192" y="564485"/>
            <a:ext cx="6762750" cy="5705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09786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7E0197-835A-8C95-99F2-1DA7DDBC367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86C3E43-2F5A-932F-93E6-7C8846965832}"/>
              </a:ext>
            </a:extLst>
          </p:cNvPr>
          <p:cNvSpPr>
            <a:spLocks noGrp="1"/>
          </p:cNvSpPr>
          <p:nvPr>
            <p:ph idx="1"/>
          </p:nvPr>
        </p:nvSpPr>
        <p:spPr>
          <a:xfrm>
            <a:off x="0" y="117987"/>
            <a:ext cx="12049432" cy="6489290"/>
          </a:xfrm>
        </p:spPr>
        <p:txBody>
          <a:bodyPr>
            <a:normAutofit/>
          </a:bodyPr>
          <a:lstStyle/>
          <a:p>
            <a:pPr algn="ctr" fontAlgn="base"/>
            <a:r>
              <a:rPr lang="en-US" sz="2400" b="1" dirty="0">
                <a:solidFill>
                  <a:srgbClr val="FF0000"/>
                </a:solidFill>
                <a:highlight>
                  <a:srgbClr val="FFFF00"/>
                </a:highlight>
              </a:rPr>
              <a:t>Advantages</a:t>
            </a:r>
            <a:r>
              <a:rPr lang="en-US" sz="2400" b="1" dirty="0">
                <a:solidFill>
                  <a:srgbClr val="FF0000"/>
                </a:solidFill>
              </a:rPr>
              <a:t> :</a:t>
            </a:r>
          </a:p>
          <a:p>
            <a:pPr marL="342900" indent="-342900" fontAlgn="base">
              <a:buFont typeface="Arial" panose="020B0604020202020204" pitchFamily="34" charset="0"/>
              <a:buChar char="•"/>
            </a:pPr>
            <a:r>
              <a:rPr lang="en-US" sz="2000" b="1" dirty="0"/>
              <a:t>Modularity : </a:t>
            </a:r>
            <a:r>
              <a:rPr lang="en-US" sz="2000" dirty="0"/>
              <a:t>This design promotes modularity as each layer performs only the tasks it is scheduled to perform.</a:t>
            </a:r>
          </a:p>
          <a:p>
            <a:pPr marL="342900" indent="-342900" fontAlgn="base">
              <a:buFont typeface="Arial" panose="020B0604020202020204" pitchFamily="34" charset="0"/>
              <a:buChar char="•"/>
            </a:pPr>
            <a:r>
              <a:rPr lang="en-US" sz="2000" b="1" dirty="0"/>
              <a:t>Easy debugging : </a:t>
            </a:r>
            <a:r>
              <a:rPr lang="en-US" sz="2000" dirty="0"/>
              <a:t>As the layers are discrete so it is very easy to debug. Suppose an error occurs in the CPU scheduling layer, so the developer can only search that particular layer to debug, unlike the Monolithic system in which all the services are present together.</a:t>
            </a:r>
          </a:p>
          <a:p>
            <a:pPr marL="342900" indent="-342900" fontAlgn="base">
              <a:buFont typeface="Arial" panose="020B0604020202020204" pitchFamily="34" charset="0"/>
              <a:buChar char="•"/>
            </a:pPr>
            <a:r>
              <a:rPr lang="en-US" sz="2000" b="1" dirty="0"/>
              <a:t>Easy update : </a:t>
            </a:r>
            <a:r>
              <a:rPr lang="en-US" sz="2000" dirty="0"/>
              <a:t>A modification made in a particular layer will not affect the other layers.</a:t>
            </a:r>
          </a:p>
          <a:p>
            <a:pPr marL="342900" indent="-342900" fontAlgn="base">
              <a:buFont typeface="Arial" panose="020B0604020202020204" pitchFamily="34" charset="0"/>
              <a:buChar char="•"/>
            </a:pPr>
            <a:r>
              <a:rPr lang="en-US" sz="2000" b="1" dirty="0"/>
              <a:t>No direct access to hardware : </a:t>
            </a:r>
            <a:r>
              <a:rPr lang="en-US" sz="2000" dirty="0"/>
              <a:t>The hardware layer is the innermost layer present in the design. So a user can use the services of hardware but cannot directly modify or access it, unlike the Simple system in which the user had direct access to the hardware.</a:t>
            </a:r>
          </a:p>
          <a:p>
            <a:pPr algn="ctr" fontAlgn="base"/>
            <a:r>
              <a:rPr lang="en-US" sz="2400" b="1" dirty="0">
                <a:solidFill>
                  <a:srgbClr val="FF0000"/>
                </a:solidFill>
                <a:highlight>
                  <a:srgbClr val="FFFF00"/>
                </a:highlight>
              </a:rPr>
              <a:t>Disadvantages :</a:t>
            </a:r>
            <a:endParaRPr lang="en-US" sz="2400" dirty="0">
              <a:solidFill>
                <a:srgbClr val="FF0000"/>
              </a:solidFill>
              <a:highlight>
                <a:srgbClr val="FFFF00"/>
              </a:highlight>
            </a:endParaRPr>
          </a:p>
          <a:p>
            <a:pPr marL="342900" indent="-342900" fontAlgn="base">
              <a:buFont typeface="Arial" panose="020B0604020202020204" pitchFamily="34" charset="0"/>
              <a:buChar char="•"/>
            </a:pPr>
            <a:r>
              <a:rPr lang="en-US" sz="2000" b="1" dirty="0"/>
              <a:t>Complex and careful implementation : </a:t>
            </a:r>
            <a:r>
              <a:rPr lang="en-US" sz="2000" dirty="0"/>
              <a:t>As a layer can access the services of the layers below it, so the arrangement of the layers must be done carefully. Thus with great modularity comes complex implementation.</a:t>
            </a:r>
          </a:p>
          <a:p>
            <a:pPr marL="342900" indent="-342900" fontAlgn="base">
              <a:buFont typeface="Arial" panose="020B0604020202020204" pitchFamily="34" charset="0"/>
              <a:buChar char="•"/>
            </a:pPr>
            <a:r>
              <a:rPr lang="en-US" sz="2000" b="1" dirty="0"/>
              <a:t>Slower in execution : </a:t>
            </a:r>
            <a:r>
              <a:rPr lang="en-US" sz="2000" dirty="0"/>
              <a:t>If a layer wants to interact with another layer, it sends a request that has to travel through all the layers present in between the two interacting layers. Thus it increases response time, unlike the Monolithic system which is faster than this. Thus an increase in the number of layers may lead to a very inefficient design.</a:t>
            </a:r>
          </a:p>
          <a:p>
            <a:endParaRPr lang="en-US" dirty="0"/>
          </a:p>
        </p:txBody>
      </p:sp>
      <p:sp>
        <p:nvSpPr>
          <p:cNvPr id="35" name="Slide Number Placeholder 34">
            <a:extLst>
              <a:ext uri="{FF2B5EF4-FFF2-40B4-BE49-F238E27FC236}">
                <a16:creationId xmlns:a16="http://schemas.microsoft.com/office/drawing/2014/main" id="{AE0CF461-10B8-E6D8-44DC-4B3D312BB2BF}"/>
              </a:ext>
            </a:extLst>
          </p:cNvPr>
          <p:cNvSpPr>
            <a:spLocks noGrp="1"/>
          </p:cNvSpPr>
          <p:nvPr>
            <p:ph type="sldNum" sz="quarter" idx="4"/>
          </p:nvPr>
        </p:nvSpPr>
        <p:spPr/>
        <p:txBody>
          <a:bodyPr/>
          <a:lstStyle/>
          <a:p>
            <a:fld id="{3A4F6043-7A67-491B-98BC-F933DED7226D}" type="slidenum">
              <a:rPr lang="en-US" smtClean="0"/>
              <a:pPr/>
              <a:t>27</a:t>
            </a:fld>
            <a:endParaRPr lang="en-US" dirty="0"/>
          </a:p>
        </p:txBody>
      </p:sp>
      <p:sp>
        <p:nvSpPr>
          <p:cNvPr id="4" name="Slide Number Placeholder 5">
            <a:extLst>
              <a:ext uri="{FF2B5EF4-FFF2-40B4-BE49-F238E27FC236}">
                <a16:creationId xmlns:a16="http://schemas.microsoft.com/office/drawing/2014/main" id="{6CB980E2-B60B-94C2-B1E0-6F0A0C5526C0}"/>
              </a:ext>
            </a:extLst>
          </p:cNvPr>
          <p:cNvSpPr txBox="1">
            <a:spLocks/>
          </p:cNvSpPr>
          <p:nvPr/>
        </p:nvSpPr>
        <p:spPr>
          <a:xfrm>
            <a:off x="11503152" y="0"/>
            <a:ext cx="685800" cy="6858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A4F6043-7A67-491B-98BC-F933DED7226D}" type="slidenum">
              <a:rPr lang="en-US" smtClean="0"/>
              <a:pPr/>
              <a:t>27</a:t>
            </a:fld>
            <a:endParaRPr lang="en-US" dirty="0"/>
          </a:p>
        </p:txBody>
      </p:sp>
    </p:spTree>
    <p:extLst>
      <p:ext uri="{BB962C8B-B14F-4D97-AF65-F5344CB8AC3E}">
        <p14:creationId xmlns:p14="http://schemas.microsoft.com/office/powerpoint/2010/main" val="28076478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315178-054A-1C5B-6CA9-E589A40E888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7AD1229-EA4D-5D5F-AA44-B4C0ED3139D4}"/>
              </a:ext>
            </a:extLst>
          </p:cNvPr>
          <p:cNvSpPr>
            <a:spLocks noGrp="1"/>
          </p:cNvSpPr>
          <p:nvPr>
            <p:ph idx="1"/>
          </p:nvPr>
        </p:nvSpPr>
        <p:spPr>
          <a:xfrm>
            <a:off x="162231" y="837073"/>
            <a:ext cx="11798711" cy="5869654"/>
          </a:xfrm>
        </p:spPr>
        <p:txBody>
          <a:bodyPr>
            <a:normAutofit/>
          </a:bodyPr>
          <a:lstStyle/>
          <a:p>
            <a:pPr marL="285750" indent="-285750">
              <a:buFont typeface="Arial" panose="020B0604020202020204" pitchFamily="34" charset="0"/>
              <a:buChar char="•"/>
            </a:pPr>
            <a:r>
              <a:rPr lang="en-US" sz="2000" dirty="0"/>
              <a:t>Monolithic Kernel, all OS services run in kernel space, enabling high performance but risking stability, whereas a Microkernel runs only essential services in kernel space and others in user space, enhancing modularity and security at the cost of some performance due to inter-process communication overhead.</a:t>
            </a:r>
          </a:p>
        </p:txBody>
      </p:sp>
      <p:sp>
        <p:nvSpPr>
          <p:cNvPr id="35" name="Slide Number Placeholder 34">
            <a:extLst>
              <a:ext uri="{FF2B5EF4-FFF2-40B4-BE49-F238E27FC236}">
                <a16:creationId xmlns:a16="http://schemas.microsoft.com/office/drawing/2014/main" id="{516BD3FC-D2C8-C069-784B-FFC9DA862802}"/>
              </a:ext>
            </a:extLst>
          </p:cNvPr>
          <p:cNvSpPr>
            <a:spLocks noGrp="1"/>
          </p:cNvSpPr>
          <p:nvPr>
            <p:ph type="sldNum" sz="quarter" idx="4"/>
          </p:nvPr>
        </p:nvSpPr>
        <p:spPr/>
        <p:txBody>
          <a:bodyPr/>
          <a:lstStyle/>
          <a:p>
            <a:fld id="{3A4F6043-7A67-491B-98BC-F933DED7226D}" type="slidenum">
              <a:rPr lang="en-US" smtClean="0"/>
              <a:pPr/>
              <a:t>28</a:t>
            </a:fld>
            <a:endParaRPr lang="en-US" dirty="0"/>
          </a:p>
        </p:txBody>
      </p:sp>
      <p:sp>
        <p:nvSpPr>
          <p:cNvPr id="4" name="Slide Number Placeholder 5">
            <a:extLst>
              <a:ext uri="{FF2B5EF4-FFF2-40B4-BE49-F238E27FC236}">
                <a16:creationId xmlns:a16="http://schemas.microsoft.com/office/drawing/2014/main" id="{5BEDFEEF-EB7E-CB83-E899-167B1706DC76}"/>
              </a:ext>
            </a:extLst>
          </p:cNvPr>
          <p:cNvSpPr txBox="1">
            <a:spLocks/>
          </p:cNvSpPr>
          <p:nvPr/>
        </p:nvSpPr>
        <p:spPr>
          <a:xfrm>
            <a:off x="11503152" y="0"/>
            <a:ext cx="685800" cy="6858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A4F6043-7A67-491B-98BC-F933DED7226D}" type="slidenum">
              <a:rPr lang="en-US" smtClean="0"/>
              <a:pPr/>
              <a:t>28</a:t>
            </a:fld>
            <a:endParaRPr lang="en-US" dirty="0"/>
          </a:p>
        </p:txBody>
      </p:sp>
      <p:sp>
        <p:nvSpPr>
          <p:cNvPr id="6" name="Title 5">
            <a:extLst>
              <a:ext uri="{FF2B5EF4-FFF2-40B4-BE49-F238E27FC236}">
                <a16:creationId xmlns:a16="http://schemas.microsoft.com/office/drawing/2014/main" id="{BB8B94F8-AF1C-A780-9B3C-8248B6A897E6}"/>
              </a:ext>
            </a:extLst>
          </p:cNvPr>
          <p:cNvSpPr>
            <a:spLocks noGrp="1"/>
          </p:cNvSpPr>
          <p:nvPr>
            <p:ph type="title"/>
          </p:nvPr>
        </p:nvSpPr>
        <p:spPr>
          <a:xfrm>
            <a:off x="294968" y="151273"/>
            <a:ext cx="11208184" cy="534527"/>
          </a:xfrm>
        </p:spPr>
        <p:txBody>
          <a:bodyPr>
            <a:noAutofit/>
          </a:bodyPr>
          <a:lstStyle/>
          <a:p>
            <a:pPr algn="ctr"/>
            <a:r>
              <a:rPr lang="en-US" sz="3200" b="1" dirty="0">
                <a:solidFill>
                  <a:srgbClr val="FF0000"/>
                </a:solidFill>
                <a:highlight>
                  <a:srgbClr val="FFFF00"/>
                </a:highlight>
              </a:rPr>
              <a:t>4. Micro-Kernel</a:t>
            </a:r>
            <a:r>
              <a:rPr lang="en-US" sz="3200" b="1" dirty="0">
                <a:highlight>
                  <a:srgbClr val="FFFF00"/>
                </a:highlight>
              </a:rPr>
              <a:t> </a:t>
            </a:r>
            <a:r>
              <a:rPr lang="en-US" sz="3200" b="1" dirty="0">
                <a:solidFill>
                  <a:srgbClr val="FF0000"/>
                </a:solidFill>
                <a:highlight>
                  <a:srgbClr val="FFFF00"/>
                </a:highlight>
              </a:rPr>
              <a:t>Architecture in OS</a:t>
            </a:r>
            <a:endParaRPr lang="en-US" sz="3200" dirty="0">
              <a:highlight>
                <a:srgbClr val="FFFF00"/>
              </a:highlight>
            </a:endParaRPr>
          </a:p>
        </p:txBody>
      </p:sp>
      <p:pic>
        <p:nvPicPr>
          <p:cNvPr id="5" name="Picture 4">
            <a:extLst>
              <a:ext uri="{FF2B5EF4-FFF2-40B4-BE49-F238E27FC236}">
                <a16:creationId xmlns:a16="http://schemas.microsoft.com/office/drawing/2014/main" id="{7C89383E-D0A1-39E7-F548-97B47D0B1EB4}"/>
              </a:ext>
            </a:extLst>
          </p:cNvPr>
          <p:cNvPicPr>
            <a:picLocks noChangeAspect="1"/>
          </p:cNvPicPr>
          <p:nvPr/>
        </p:nvPicPr>
        <p:blipFill>
          <a:blip r:embed="rId3"/>
          <a:stretch>
            <a:fillRect/>
          </a:stretch>
        </p:blipFill>
        <p:spPr>
          <a:xfrm>
            <a:off x="858982" y="1976284"/>
            <a:ext cx="9809017" cy="4454012"/>
          </a:xfrm>
          <a:prstGeom prst="rect">
            <a:avLst/>
          </a:prstGeom>
        </p:spPr>
      </p:pic>
    </p:spTree>
    <p:extLst>
      <p:ext uri="{BB962C8B-B14F-4D97-AF65-F5344CB8AC3E}">
        <p14:creationId xmlns:p14="http://schemas.microsoft.com/office/powerpoint/2010/main" val="27829739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4FAC7B-88E0-8846-508F-52D4412B4839}"/>
            </a:ext>
          </a:extLst>
        </p:cNvPr>
        <p:cNvGrpSpPr/>
        <p:nvPr/>
      </p:nvGrpSpPr>
      <p:grpSpPr>
        <a:xfrm>
          <a:off x="0" y="0"/>
          <a:ext cx="0" cy="0"/>
          <a:chOff x="0" y="0"/>
          <a:chExt cx="0" cy="0"/>
        </a:xfrm>
      </p:grpSpPr>
      <p:sp>
        <p:nvSpPr>
          <p:cNvPr id="35" name="Slide Number Placeholder 34">
            <a:extLst>
              <a:ext uri="{FF2B5EF4-FFF2-40B4-BE49-F238E27FC236}">
                <a16:creationId xmlns:a16="http://schemas.microsoft.com/office/drawing/2014/main" id="{0B0CE61A-F940-5459-475A-A0F2E10B8474}"/>
              </a:ext>
            </a:extLst>
          </p:cNvPr>
          <p:cNvSpPr>
            <a:spLocks noGrp="1"/>
          </p:cNvSpPr>
          <p:nvPr>
            <p:ph type="sldNum" sz="quarter" idx="4"/>
          </p:nvPr>
        </p:nvSpPr>
        <p:spPr/>
        <p:txBody>
          <a:bodyPr/>
          <a:lstStyle/>
          <a:p>
            <a:fld id="{3A4F6043-7A67-491B-98BC-F933DED7226D}" type="slidenum">
              <a:rPr lang="en-US" smtClean="0"/>
              <a:pPr/>
              <a:t>29</a:t>
            </a:fld>
            <a:endParaRPr lang="en-US" dirty="0"/>
          </a:p>
        </p:txBody>
      </p:sp>
      <p:sp>
        <p:nvSpPr>
          <p:cNvPr id="4" name="Slide Number Placeholder 5">
            <a:extLst>
              <a:ext uri="{FF2B5EF4-FFF2-40B4-BE49-F238E27FC236}">
                <a16:creationId xmlns:a16="http://schemas.microsoft.com/office/drawing/2014/main" id="{A88CB35F-2EF8-156A-C249-8565A959B248}"/>
              </a:ext>
            </a:extLst>
          </p:cNvPr>
          <p:cNvSpPr txBox="1">
            <a:spLocks/>
          </p:cNvSpPr>
          <p:nvPr/>
        </p:nvSpPr>
        <p:spPr>
          <a:xfrm>
            <a:off x="11503152" y="0"/>
            <a:ext cx="685800" cy="6858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A4F6043-7A67-491B-98BC-F933DED7226D}" type="slidenum">
              <a:rPr lang="en-US" smtClean="0"/>
              <a:pPr/>
              <a:t>29</a:t>
            </a:fld>
            <a:endParaRPr lang="en-US" dirty="0"/>
          </a:p>
        </p:txBody>
      </p:sp>
      <p:pic>
        <p:nvPicPr>
          <p:cNvPr id="2050" name="Picture 2" descr="Operating System Micro-Kernel Architecture">
            <a:extLst>
              <a:ext uri="{FF2B5EF4-FFF2-40B4-BE49-F238E27FC236}">
                <a16:creationId xmlns:a16="http://schemas.microsoft.com/office/drawing/2014/main" id="{FF5ABB18-2096-1B07-ED3E-51442DF9C3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6013" y="523567"/>
            <a:ext cx="9379974" cy="58108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22042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4FFB0F-25AB-480A-FFFD-862739EF5FA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12FB6CB-0BC8-AB40-160A-D7DBCB2E6617}"/>
              </a:ext>
            </a:extLst>
          </p:cNvPr>
          <p:cNvSpPr>
            <a:spLocks noGrp="1"/>
          </p:cNvSpPr>
          <p:nvPr>
            <p:ph idx="1"/>
          </p:nvPr>
        </p:nvSpPr>
        <p:spPr>
          <a:xfrm>
            <a:off x="132734" y="103238"/>
            <a:ext cx="12056217" cy="6754761"/>
          </a:xfrm>
        </p:spPr>
        <p:txBody>
          <a:bodyPr>
            <a:normAutofit/>
          </a:bodyPr>
          <a:lstStyle/>
          <a:p>
            <a:pPr marL="285750" indent="-285750" fontAlgn="base">
              <a:buFont typeface="Arial" panose="020B0604020202020204" pitchFamily="34" charset="0"/>
              <a:buChar char="•"/>
            </a:pPr>
            <a:r>
              <a:rPr lang="en-US" sz="2000" dirty="0"/>
              <a:t>A </a:t>
            </a:r>
            <a:r>
              <a:rPr lang="en-US" sz="2000" u="sng" dirty="0">
                <a:hlinkClick r:id="rId3"/>
              </a:rPr>
              <a:t>microkernel</a:t>
            </a:r>
            <a:r>
              <a:rPr lang="en-US" sz="2000" dirty="0"/>
              <a:t> organizes the operating system by keeping only the most essential functions inside the kernel. These include basic process management, communication between system components, and minimal hardware control. All other services are placed outside the kernel in separate user-space programs.</a:t>
            </a:r>
          </a:p>
          <a:p>
            <a:pPr marL="285750" indent="-285750" fontAlgn="base">
              <a:buFont typeface="Wingdings" panose="05000000000000000000" pitchFamily="2" charset="2"/>
              <a:buChar char="Ø"/>
            </a:pPr>
            <a:r>
              <a:rPr lang="en-US" sz="2000" dirty="0"/>
              <a:t>Components such as device drivers, file systems, and network services run as independent processes in user space.</a:t>
            </a:r>
          </a:p>
          <a:p>
            <a:pPr marL="285750" indent="-285750" fontAlgn="base">
              <a:buFont typeface="Wingdings" panose="05000000000000000000" pitchFamily="2" charset="2"/>
              <a:buChar char="Ø"/>
            </a:pPr>
            <a:r>
              <a:rPr lang="en-US" sz="2000" dirty="0"/>
              <a:t>This approach keeps the kernel small, reduces the chance of system-wide failures, and makes the operating system more secure and easier to maintain.</a:t>
            </a:r>
          </a:p>
          <a:p>
            <a:pPr algn="ctr" fontAlgn="base"/>
            <a:r>
              <a:rPr lang="en-US" sz="2800" b="1" dirty="0">
                <a:solidFill>
                  <a:srgbClr val="FF0000"/>
                </a:solidFill>
                <a:highlight>
                  <a:srgbClr val="FFFF00"/>
                </a:highlight>
              </a:rPr>
              <a:t>Advantages of Micro-Kernel</a:t>
            </a:r>
          </a:p>
          <a:p>
            <a:pPr marL="285750" indent="-285750" fontAlgn="base">
              <a:buFont typeface="Arial" panose="020B0604020202020204" pitchFamily="34" charset="0"/>
              <a:buChar char="•"/>
            </a:pPr>
            <a:r>
              <a:rPr lang="en-US" sz="2000" dirty="0"/>
              <a:t>Size of Micro-Kernel is smaller, so it is easy to use.</a:t>
            </a:r>
          </a:p>
          <a:p>
            <a:pPr marL="285750" indent="-285750" fontAlgn="base">
              <a:buFont typeface="Arial" panose="020B0604020202020204" pitchFamily="34" charset="0"/>
              <a:buChar char="•"/>
            </a:pPr>
            <a:r>
              <a:rPr lang="en-US" sz="2000" dirty="0"/>
              <a:t>Easy to extend, port Micro-Kernel</a:t>
            </a:r>
          </a:p>
          <a:p>
            <a:pPr marL="342900" indent="-342900" fontAlgn="base">
              <a:buFont typeface="Arial" panose="020B0604020202020204" pitchFamily="34" charset="0"/>
              <a:buChar char="•"/>
            </a:pPr>
            <a:r>
              <a:rPr lang="en-US" sz="2000" dirty="0"/>
              <a:t>Micro-Kernel is less prone to errors and bugs. One such example of this is Mac OS.</a:t>
            </a:r>
          </a:p>
          <a:p>
            <a:pPr algn="ctr" fontAlgn="base"/>
            <a:r>
              <a:rPr lang="en-US" sz="2600" b="1" dirty="0">
                <a:solidFill>
                  <a:srgbClr val="FF0000"/>
                </a:solidFill>
                <a:highlight>
                  <a:srgbClr val="FFFF00"/>
                </a:highlight>
              </a:rPr>
              <a:t>Disadvantages of Micro-Kernel</a:t>
            </a:r>
          </a:p>
          <a:p>
            <a:pPr marL="342900" indent="-342900" fontAlgn="base">
              <a:buFont typeface="Arial" panose="020B0604020202020204" pitchFamily="34" charset="0"/>
              <a:buChar char="•"/>
            </a:pPr>
            <a:r>
              <a:rPr lang="en-US" sz="2000" dirty="0"/>
              <a:t>The execution of Micro-Kernel is slower.</a:t>
            </a:r>
          </a:p>
          <a:p>
            <a:pPr marL="342900" indent="-342900" fontAlgn="base">
              <a:buFont typeface="Arial" panose="020B0604020202020204" pitchFamily="34" charset="0"/>
              <a:buChar char="•"/>
            </a:pPr>
            <a:r>
              <a:rPr lang="en-US" sz="2000" dirty="0"/>
              <a:t>Only the most important services are present inside the kernel and rest of the operating systems are present inside system application program.</a:t>
            </a:r>
          </a:p>
          <a:p>
            <a:pPr marL="342900" indent="-342900" fontAlgn="base">
              <a:buFont typeface="Arial" panose="020B0604020202020204" pitchFamily="34" charset="0"/>
              <a:buChar char="•"/>
            </a:pPr>
            <a:r>
              <a:rPr lang="en-US" sz="2000" dirty="0"/>
              <a:t>The communication between client process &amp; services running in user address space is established through message that further reduces the speed of execution.</a:t>
            </a:r>
          </a:p>
          <a:p>
            <a:pPr marL="285750" indent="-285750" fontAlgn="base">
              <a:buFont typeface="Wingdings" panose="05000000000000000000" pitchFamily="2" charset="2"/>
              <a:buChar char="Ø"/>
            </a:pPr>
            <a:endParaRPr lang="en-US" dirty="0"/>
          </a:p>
          <a:p>
            <a:pPr marL="285750" indent="-285750" fontAlgn="base">
              <a:buFont typeface="Wingdings" panose="05000000000000000000" pitchFamily="2" charset="2"/>
              <a:buChar char="Ø"/>
            </a:pPr>
            <a:endParaRPr lang="en-US" dirty="0"/>
          </a:p>
          <a:p>
            <a:endParaRPr lang="en-US" dirty="0"/>
          </a:p>
        </p:txBody>
      </p:sp>
      <p:sp>
        <p:nvSpPr>
          <p:cNvPr id="35" name="Slide Number Placeholder 34">
            <a:extLst>
              <a:ext uri="{FF2B5EF4-FFF2-40B4-BE49-F238E27FC236}">
                <a16:creationId xmlns:a16="http://schemas.microsoft.com/office/drawing/2014/main" id="{BE597233-6406-D07E-7ECA-1CC4BA28F345}"/>
              </a:ext>
            </a:extLst>
          </p:cNvPr>
          <p:cNvSpPr>
            <a:spLocks noGrp="1"/>
          </p:cNvSpPr>
          <p:nvPr>
            <p:ph type="sldNum" sz="quarter" idx="4"/>
          </p:nvPr>
        </p:nvSpPr>
        <p:spPr/>
        <p:txBody>
          <a:bodyPr/>
          <a:lstStyle/>
          <a:p>
            <a:fld id="{3A4F6043-7A67-491B-98BC-F933DED7226D}" type="slidenum">
              <a:rPr lang="en-US" smtClean="0"/>
              <a:pPr/>
              <a:t>30</a:t>
            </a:fld>
            <a:endParaRPr lang="en-US" dirty="0"/>
          </a:p>
        </p:txBody>
      </p:sp>
      <p:sp>
        <p:nvSpPr>
          <p:cNvPr id="4" name="Slide Number Placeholder 5">
            <a:extLst>
              <a:ext uri="{FF2B5EF4-FFF2-40B4-BE49-F238E27FC236}">
                <a16:creationId xmlns:a16="http://schemas.microsoft.com/office/drawing/2014/main" id="{83A78BC4-57BE-E778-C2EC-0156D37EA5C3}"/>
              </a:ext>
            </a:extLst>
          </p:cNvPr>
          <p:cNvSpPr txBox="1">
            <a:spLocks/>
          </p:cNvSpPr>
          <p:nvPr/>
        </p:nvSpPr>
        <p:spPr>
          <a:xfrm>
            <a:off x="11503152" y="0"/>
            <a:ext cx="685800" cy="6858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A4F6043-7A67-491B-98BC-F933DED7226D}" type="slidenum">
              <a:rPr lang="en-US" smtClean="0"/>
              <a:pPr/>
              <a:t>30</a:t>
            </a:fld>
            <a:endParaRPr lang="en-US" dirty="0"/>
          </a:p>
        </p:txBody>
      </p:sp>
    </p:spTree>
    <p:extLst>
      <p:ext uri="{BB962C8B-B14F-4D97-AF65-F5344CB8AC3E}">
        <p14:creationId xmlns:p14="http://schemas.microsoft.com/office/powerpoint/2010/main" val="26737397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03BF00-54F0-28D2-4A44-BD069F95AA4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185BDF1-727B-5B7C-6D37-ABA4E8DAABE9}"/>
              </a:ext>
            </a:extLst>
          </p:cNvPr>
          <p:cNvSpPr>
            <a:spLocks noGrp="1"/>
          </p:cNvSpPr>
          <p:nvPr>
            <p:ph idx="1"/>
          </p:nvPr>
        </p:nvSpPr>
        <p:spPr>
          <a:xfrm>
            <a:off x="117987" y="685800"/>
            <a:ext cx="5383161" cy="5989638"/>
          </a:xfrm>
        </p:spPr>
        <p:txBody>
          <a:bodyPr>
            <a:normAutofit/>
          </a:bodyPr>
          <a:lstStyle/>
          <a:p>
            <a:pPr marL="285750" indent="-285750" fontAlgn="base">
              <a:buFont typeface="Arial" panose="020B0604020202020204" pitchFamily="34" charset="0"/>
              <a:buChar char="•"/>
            </a:pPr>
            <a:r>
              <a:rPr lang="en-US" sz="2000" dirty="0"/>
              <a:t>A modular structure uses a kernel that contains only essential core components, while additional services are added as loadable modules during boot or runtime. </a:t>
            </a:r>
          </a:p>
          <a:p>
            <a:pPr marL="285750" indent="-285750" fontAlgn="base">
              <a:buFont typeface="Arial" panose="020B0604020202020204" pitchFamily="34" charset="0"/>
              <a:buChar char="•"/>
            </a:pPr>
            <a:r>
              <a:rPr lang="en-US" sz="2000" dirty="0"/>
              <a:t>It is similar to a layered design because it has defined and protected interfaces, but it is more flexible since modules can communicate freely. This approach is widely used in modern systems such as Solaris.</a:t>
            </a:r>
          </a:p>
          <a:p>
            <a:pPr marL="285750" indent="-285750" fontAlgn="base">
              <a:buFont typeface="Wingdings" panose="05000000000000000000" pitchFamily="2" charset="2"/>
              <a:buChar char="Ø"/>
            </a:pPr>
            <a:r>
              <a:rPr lang="en-US" sz="2000" dirty="0"/>
              <a:t>Kernel contains only core components.</a:t>
            </a:r>
          </a:p>
          <a:p>
            <a:pPr marL="285750" indent="-285750" fontAlgn="base">
              <a:buFont typeface="Wingdings" panose="05000000000000000000" pitchFamily="2" charset="2"/>
              <a:buChar char="Ø"/>
            </a:pPr>
            <a:r>
              <a:rPr lang="en-US" sz="2000" dirty="0"/>
              <a:t>Extra services are added as dynamically loadable modules.</a:t>
            </a:r>
          </a:p>
          <a:p>
            <a:pPr marL="285750" indent="-285750" fontAlgn="base">
              <a:buFont typeface="Wingdings" panose="05000000000000000000" pitchFamily="2" charset="2"/>
              <a:buChar char="Ø"/>
            </a:pPr>
            <a:r>
              <a:rPr lang="en-US" sz="2000" dirty="0"/>
              <a:t>More flexible than layered structure; modules can call any other module.</a:t>
            </a:r>
          </a:p>
          <a:p>
            <a:pPr marL="285750" indent="-285750" fontAlgn="base">
              <a:buFont typeface="Wingdings" panose="05000000000000000000" pitchFamily="2" charset="2"/>
              <a:buChar char="Ø"/>
            </a:pPr>
            <a:r>
              <a:rPr lang="en-US" sz="2000" dirty="0"/>
              <a:t>Used in systems like Solaris.</a:t>
            </a:r>
          </a:p>
          <a:p>
            <a:endParaRPr lang="en-US" dirty="0"/>
          </a:p>
        </p:txBody>
      </p:sp>
      <p:sp>
        <p:nvSpPr>
          <p:cNvPr id="35" name="Slide Number Placeholder 34">
            <a:extLst>
              <a:ext uri="{FF2B5EF4-FFF2-40B4-BE49-F238E27FC236}">
                <a16:creationId xmlns:a16="http://schemas.microsoft.com/office/drawing/2014/main" id="{4BB3F0CD-2EA0-D275-A8D0-C0A39D7423EF}"/>
              </a:ext>
            </a:extLst>
          </p:cNvPr>
          <p:cNvSpPr>
            <a:spLocks noGrp="1"/>
          </p:cNvSpPr>
          <p:nvPr>
            <p:ph type="sldNum" sz="quarter" idx="4"/>
          </p:nvPr>
        </p:nvSpPr>
        <p:spPr/>
        <p:txBody>
          <a:bodyPr/>
          <a:lstStyle/>
          <a:p>
            <a:fld id="{3A4F6043-7A67-491B-98BC-F933DED7226D}" type="slidenum">
              <a:rPr lang="en-US" smtClean="0"/>
              <a:pPr/>
              <a:t>31</a:t>
            </a:fld>
            <a:endParaRPr lang="en-US" dirty="0"/>
          </a:p>
        </p:txBody>
      </p:sp>
      <p:sp>
        <p:nvSpPr>
          <p:cNvPr id="4" name="Slide Number Placeholder 5">
            <a:extLst>
              <a:ext uri="{FF2B5EF4-FFF2-40B4-BE49-F238E27FC236}">
                <a16:creationId xmlns:a16="http://schemas.microsoft.com/office/drawing/2014/main" id="{533EE858-2D20-7224-C244-7D1FFAD03976}"/>
              </a:ext>
            </a:extLst>
          </p:cNvPr>
          <p:cNvSpPr txBox="1">
            <a:spLocks/>
          </p:cNvSpPr>
          <p:nvPr/>
        </p:nvSpPr>
        <p:spPr>
          <a:xfrm>
            <a:off x="11503152" y="0"/>
            <a:ext cx="685800" cy="6858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A4F6043-7A67-491B-98BC-F933DED7226D}" type="slidenum">
              <a:rPr lang="en-US" smtClean="0"/>
              <a:pPr/>
              <a:t>31</a:t>
            </a:fld>
            <a:endParaRPr lang="en-US" dirty="0"/>
          </a:p>
        </p:txBody>
      </p:sp>
      <p:sp>
        <p:nvSpPr>
          <p:cNvPr id="6" name="Title 5">
            <a:extLst>
              <a:ext uri="{FF2B5EF4-FFF2-40B4-BE49-F238E27FC236}">
                <a16:creationId xmlns:a16="http://schemas.microsoft.com/office/drawing/2014/main" id="{C50EF3CF-3509-FEE4-A9A4-8B1A9AF3C38C}"/>
              </a:ext>
            </a:extLst>
          </p:cNvPr>
          <p:cNvSpPr>
            <a:spLocks noGrp="1"/>
          </p:cNvSpPr>
          <p:nvPr>
            <p:ph type="title"/>
          </p:nvPr>
        </p:nvSpPr>
        <p:spPr>
          <a:xfrm>
            <a:off x="982616" y="182562"/>
            <a:ext cx="9733538" cy="320675"/>
          </a:xfrm>
        </p:spPr>
        <p:txBody>
          <a:bodyPr>
            <a:noAutofit/>
          </a:bodyPr>
          <a:lstStyle/>
          <a:p>
            <a:pPr algn="ctr"/>
            <a:r>
              <a:rPr lang="en-US" sz="3200" b="1" dirty="0">
                <a:solidFill>
                  <a:srgbClr val="FF0000"/>
                </a:solidFill>
                <a:highlight>
                  <a:srgbClr val="FFFF00"/>
                </a:highlight>
              </a:rPr>
              <a:t>5. Modular</a:t>
            </a:r>
            <a:r>
              <a:rPr lang="en-US" sz="3200" b="1" dirty="0">
                <a:highlight>
                  <a:srgbClr val="FFFF00"/>
                </a:highlight>
              </a:rPr>
              <a:t> </a:t>
            </a:r>
            <a:r>
              <a:rPr lang="en-US" sz="3200" b="1" dirty="0">
                <a:solidFill>
                  <a:srgbClr val="FF0000"/>
                </a:solidFill>
                <a:highlight>
                  <a:srgbClr val="FFFF00"/>
                </a:highlight>
              </a:rPr>
              <a:t>Architecture in OS</a:t>
            </a:r>
            <a:endParaRPr lang="en-US" sz="3200" dirty="0">
              <a:highlight>
                <a:srgbClr val="FFFF00"/>
              </a:highlight>
            </a:endParaRPr>
          </a:p>
        </p:txBody>
      </p:sp>
      <p:pic>
        <p:nvPicPr>
          <p:cNvPr id="5" name="Picture 4">
            <a:extLst>
              <a:ext uri="{FF2B5EF4-FFF2-40B4-BE49-F238E27FC236}">
                <a16:creationId xmlns:a16="http://schemas.microsoft.com/office/drawing/2014/main" id="{00FF0C35-6B2F-3AB6-DD15-6D2088430BB0}"/>
              </a:ext>
            </a:extLst>
          </p:cNvPr>
          <p:cNvPicPr>
            <a:picLocks noChangeAspect="1"/>
          </p:cNvPicPr>
          <p:nvPr/>
        </p:nvPicPr>
        <p:blipFill>
          <a:blip r:embed="rId3"/>
          <a:stretch>
            <a:fillRect/>
          </a:stretch>
        </p:blipFill>
        <p:spPr>
          <a:xfrm>
            <a:off x="5501148" y="868363"/>
            <a:ext cx="6687804" cy="5303837"/>
          </a:xfrm>
          <a:prstGeom prst="rect">
            <a:avLst/>
          </a:prstGeom>
        </p:spPr>
      </p:pic>
    </p:spTree>
    <p:extLst>
      <p:ext uri="{BB962C8B-B14F-4D97-AF65-F5344CB8AC3E}">
        <p14:creationId xmlns:p14="http://schemas.microsoft.com/office/powerpoint/2010/main" val="229632314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4FAC7B-88E0-8846-508F-52D4412B483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70D9FE8-7266-3BEA-DC8C-5AD0B9229355}"/>
              </a:ext>
            </a:extLst>
          </p:cNvPr>
          <p:cNvSpPr>
            <a:spLocks noGrp="1"/>
          </p:cNvSpPr>
          <p:nvPr>
            <p:ph idx="1"/>
          </p:nvPr>
        </p:nvSpPr>
        <p:spPr>
          <a:xfrm>
            <a:off x="309716" y="221226"/>
            <a:ext cx="11488994" cy="6386051"/>
          </a:xfrm>
        </p:spPr>
        <p:txBody>
          <a:bodyPr>
            <a:normAutofit/>
          </a:bodyPr>
          <a:lstStyle/>
          <a:p>
            <a:pPr algn="ctr"/>
            <a:r>
              <a:rPr lang="en-US" sz="2400" b="1" dirty="0">
                <a:solidFill>
                  <a:srgbClr val="FF0000"/>
                </a:solidFill>
                <a:highlight>
                  <a:srgbClr val="FFFF00"/>
                </a:highlight>
              </a:rPr>
              <a:t>Advantages</a:t>
            </a:r>
          </a:p>
          <a:p>
            <a:r>
              <a:rPr lang="en-US" sz="2000" dirty="0"/>
              <a:t>Following are advantages of a modular operating system architecture.</a:t>
            </a:r>
          </a:p>
          <a:p>
            <a:pPr marL="342900" indent="-342900">
              <a:buFont typeface="Arial" panose="020B0604020202020204" pitchFamily="34" charset="0"/>
              <a:buChar char="•"/>
            </a:pPr>
            <a:r>
              <a:rPr lang="en-US" sz="2000" b="1" dirty="0"/>
              <a:t>High Customizable</a:t>
            </a:r>
            <a:r>
              <a:rPr lang="en-US" sz="2000" dirty="0"/>
              <a:t> - Being modular, each module </a:t>
            </a:r>
            <a:r>
              <a:rPr lang="en-US" sz="2000" dirty="0" err="1"/>
              <a:t>implmentation</a:t>
            </a:r>
            <a:r>
              <a:rPr lang="en-US" sz="2000" dirty="0"/>
              <a:t> can be customized easily. A new functionality can be added without impacting other modules as well.</a:t>
            </a:r>
          </a:p>
          <a:p>
            <a:pPr marL="342900" indent="-342900">
              <a:buFont typeface="Arial" panose="020B0604020202020204" pitchFamily="34" charset="0"/>
              <a:buChar char="•"/>
            </a:pPr>
            <a:r>
              <a:rPr lang="en-US" sz="2000" b="1" dirty="0"/>
              <a:t>Verifiable</a:t>
            </a:r>
            <a:r>
              <a:rPr lang="en-US" sz="2000" dirty="0"/>
              <a:t> - Being modular, each layer can be verified and debugged easily.</a:t>
            </a:r>
          </a:p>
          <a:p>
            <a:pPr algn="ctr"/>
            <a:r>
              <a:rPr lang="en-US" sz="2400" b="1" dirty="0">
                <a:solidFill>
                  <a:srgbClr val="FF0000"/>
                </a:solidFill>
                <a:highlight>
                  <a:srgbClr val="FFFF00"/>
                </a:highlight>
              </a:rPr>
              <a:t>Disadvantages</a:t>
            </a:r>
            <a:endParaRPr lang="en-US" sz="2000" b="1" dirty="0">
              <a:solidFill>
                <a:srgbClr val="FF0000"/>
              </a:solidFill>
              <a:highlight>
                <a:srgbClr val="FFFF00"/>
              </a:highlight>
            </a:endParaRPr>
          </a:p>
          <a:p>
            <a:r>
              <a:rPr lang="en-US" sz="2000" dirty="0"/>
              <a:t>Following are disadvantages of a modular operating system architecture.</a:t>
            </a:r>
          </a:p>
          <a:p>
            <a:pPr marL="342900" indent="-342900">
              <a:buFont typeface="Arial" panose="020B0604020202020204" pitchFamily="34" charset="0"/>
              <a:buChar char="•"/>
            </a:pPr>
            <a:r>
              <a:rPr lang="en-US" sz="2000" b="1" dirty="0"/>
              <a:t>Less Performant</a:t>
            </a:r>
            <a:r>
              <a:rPr lang="en-US" sz="2000" dirty="0"/>
              <a:t> - A modular architecture operating system is less performant as compared to basic structured operating system.</a:t>
            </a:r>
          </a:p>
          <a:p>
            <a:pPr marL="342900" indent="-342900">
              <a:buFont typeface="Arial" panose="020B0604020202020204" pitchFamily="34" charset="0"/>
              <a:buChar char="•"/>
            </a:pPr>
            <a:r>
              <a:rPr lang="en-US" sz="2000" b="1" dirty="0"/>
              <a:t>Complex designing</a:t>
            </a:r>
            <a:r>
              <a:rPr lang="en-US" sz="2000" dirty="0"/>
              <a:t> - Each module is to planned carefully as each module communicates with </a:t>
            </a:r>
            <a:r>
              <a:rPr lang="en-US" sz="2000" dirty="0" err="1"/>
              <a:t>kernal</a:t>
            </a:r>
            <a:r>
              <a:rPr lang="en-US" sz="2000" dirty="0"/>
              <a:t>. A communication API is to be devised to facilitate the communication.</a:t>
            </a:r>
          </a:p>
          <a:p>
            <a:endParaRPr lang="en-US" dirty="0"/>
          </a:p>
        </p:txBody>
      </p:sp>
      <p:sp>
        <p:nvSpPr>
          <p:cNvPr id="35" name="Slide Number Placeholder 34">
            <a:extLst>
              <a:ext uri="{FF2B5EF4-FFF2-40B4-BE49-F238E27FC236}">
                <a16:creationId xmlns:a16="http://schemas.microsoft.com/office/drawing/2014/main" id="{0B0CE61A-F940-5459-475A-A0F2E10B8474}"/>
              </a:ext>
            </a:extLst>
          </p:cNvPr>
          <p:cNvSpPr>
            <a:spLocks noGrp="1"/>
          </p:cNvSpPr>
          <p:nvPr>
            <p:ph type="sldNum" sz="quarter" idx="4"/>
          </p:nvPr>
        </p:nvSpPr>
        <p:spPr/>
        <p:txBody>
          <a:bodyPr/>
          <a:lstStyle/>
          <a:p>
            <a:fld id="{3A4F6043-7A67-491B-98BC-F933DED7226D}" type="slidenum">
              <a:rPr lang="en-US" smtClean="0"/>
              <a:pPr/>
              <a:t>32</a:t>
            </a:fld>
            <a:endParaRPr lang="en-US" dirty="0"/>
          </a:p>
        </p:txBody>
      </p:sp>
      <p:sp>
        <p:nvSpPr>
          <p:cNvPr id="4" name="Slide Number Placeholder 5">
            <a:extLst>
              <a:ext uri="{FF2B5EF4-FFF2-40B4-BE49-F238E27FC236}">
                <a16:creationId xmlns:a16="http://schemas.microsoft.com/office/drawing/2014/main" id="{A88CB35F-2EF8-156A-C249-8565A959B248}"/>
              </a:ext>
            </a:extLst>
          </p:cNvPr>
          <p:cNvSpPr txBox="1">
            <a:spLocks/>
          </p:cNvSpPr>
          <p:nvPr/>
        </p:nvSpPr>
        <p:spPr>
          <a:xfrm>
            <a:off x="11503152" y="0"/>
            <a:ext cx="685800" cy="6858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A4F6043-7A67-491B-98BC-F933DED7226D}" type="slidenum">
              <a:rPr lang="en-US" smtClean="0"/>
              <a:pPr/>
              <a:t>32</a:t>
            </a:fld>
            <a:endParaRPr lang="en-US" dirty="0"/>
          </a:p>
        </p:txBody>
      </p:sp>
    </p:spTree>
    <p:extLst>
      <p:ext uri="{BB962C8B-B14F-4D97-AF65-F5344CB8AC3E}">
        <p14:creationId xmlns:p14="http://schemas.microsoft.com/office/powerpoint/2010/main" val="14483030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3845</Words>
  <Application>Microsoft Office PowerPoint</Application>
  <PresentationFormat>Widescreen</PresentationFormat>
  <Paragraphs>249</Paragraphs>
  <Slides>32</Slides>
  <Notes>32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32</vt:i4>
      </vt:variant>
    </vt:vector>
  </HeadingPairs>
  <TitlesOfParts>
    <vt:vector size="38" baseType="lpstr">
      <vt:lpstr>Aptos</vt:lpstr>
      <vt:lpstr>Aptos Display</vt:lpstr>
      <vt:lpstr>Arial</vt:lpstr>
      <vt:lpstr>Nunito</vt:lpstr>
      <vt:lpstr>Wingdings</vt:lpstr>
      <vt:lpstr>Office Theme</vt:lpstr>
      <vt:lpstr>Operating System  Monika Dhiman  Assistant Professor, PIET</vt:lpstr>
      <vt:lpstr>PowerPoint Presentation</vt:lpstr>
      <vt:lpstr>Introduction to Operating System</vt:lpstr>
      <vt:lpstr>PowerPoint Presentation</vt:lpstr>
      <vt:lpstr>PowerPoint Presentation</vt:lpstr>
      <vt:lpstr>1. Process Management: Process management in operating system is about managing processes. A Process is a running program. The life cycle of process is from the moment program start until it finishes. Scheduling: Decides which process uses the CPU next (using algorithms like Round Robin or Priority Scheduling). Synchronization: Ensures orderly execution using locks, semaphores, or monitors to prevent race conditions. Deadlock Handling: Detects and prevents situations where processes wait forever for resources. Inter-Process Communication (IPC): Allows processes to exchange data via shared memory or message passing. </vt:lpstr>
      <vt:lpstr>2. Memory Management: Memory management in an operating system controls how data is stored and organized in main (primary) memory and secondary storage, ensuring programs get the memory they need and freeing it when no longer used. Key Activities in Memory Management: Allocation &amp; Deallocation: Assigns and frees memory as needed. Protection: Prevents processes from interfering with each other’s memory.. Virtual Memory: Uses disk space as extra memory to run large programs. Fragmentation Handling: Reduces wasted space through compaction. Disk Management: Handles file storage, free space, disk scheduling, and backups.  </vt:lpstr>
      <vt:lpstr>3. File System Management File management in an operating system organizes and controls how data is stored, named, and accessed on storage devices, making it easy for users to find and use their files. File System Management includes managing of: File Attributes: Name, type, size, and permissions. File Types: Text, binary, and executable files. Operations: Create, read, write, and delete files. Access Methods: Sequential, direct, and indexed access for faster retrieval. </vt:lpstr>
      <vt:lpstr>4. Device Management (I/O System) Device management in an operating system controls how the computer communicates with hardware devices like printers or disks, using drivers and techniques to ensure smooth and efficient operation. Major components in Device Management: Device Drivers: Interface between hardware and OS. Buffering &amp; Caching: Temporarily store data to match device speeds and improve performance. Spooling: Spooling manages data waiting to be processed, particularly in devices like printers. The OS places print jobs in a spool (a temporary storage area), allowing the CPU to continue other tasks while the printer works through the queue. </vt:lpstr>
      <vt:lpstr>5. Protection and Security: Protection and security mechanisms in an OS are designed to safeguard system resources from unauthorized access or misuse. These mechanisms control which processes or users can access specific resources (such as memory, files, and CPU time). It also ensures that only authorized users can perform specific actions. The OS protects system resources and user data from unauthorized access and attacks. Access Control: Limits user and process permissions. Authentication: Verifies users through credentials (UIDs/SIDs). Resource Protection: Prevents misuse of files, memory, or devices. Security: Guards against malware, denial-of-service attacks, and data theft. </vt:lpstr>
      <vt:lpstr>Characteristics of Operating System</vt:lpstr>
      <vt:lpstr>Characteristics of Operating System</vt:lpstr>
      <vt:lpstr>PowerPoint Presentation</vt:lpstr>
      <vt:lpstr>PowerPoint Presentation</vt:lpstr>
      <vt:lpstr>PowerPoint Presentation</vt:lpstr>
      <vt:lpstr>PowerPoint Presentation</vt:lpstr>
      <vt:lpstr>PowerPoint Presentation</vt:lpstr>
      <vt:lpstr>PowerPoint Presentation</vt:lpstr>
      <vt:lpstr>Operating system Architecture’s</vt:lpstr>
      <vt:lpstr>1. Simple Architecture</vt:lpstr>
      <vt:lpstr>PowerPoint Presentation</vt:lpstr>
      <vt:lpstr>2. Monolithic Architecture in OS</vt:lpstr>
      <vt:lpstr>PowerPoint Presentation</vt:lpstr>
      <vt:lpstr>Characteristics of Monolithic Architecture</vt:lpstr>
      <vt:lpstr>PowerPoint Presentation</vt:lpstr>
      <vt:lpstr>3. Layered Architecture in OS</vt:lpstr>
      <vt:lpstr>PowerPoint Presentation</vt:lpstr>
      <vt:lpstr>4. Micro-Kernel Architecture in OS</vt:lpstr>
      <vt:lpstr>PowerPoint Presentation</vt:lpstr>
      <vt:lpstr>PowerPoint Presentation</vt:lpstr>
      <vt:lpstr>5. Modular Architecture in OS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office329</dc:creator>
  <cp:lastModifiedBy>office329</cp:lastModifiedBy>
  <cp:revision>1</cp:revision>
  <dcterms:created xsi:type="dcterms:W3CDTF">2026-02-11T09:31:10Z</dcterms:created>
  <dcterms:modified xsi:type="dcterms:W3CDTF">2026-02-11T09:32:38Z</dcterms:modified>
</cp:coreProperties>
</file>